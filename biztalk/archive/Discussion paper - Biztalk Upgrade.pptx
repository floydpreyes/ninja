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724" r:id="rId5"/>
  </p:sldMasterIdLst>
  <p:notesMasterIdLst>
    <p:notesMasterId r:id="rId18"/>
  </p:notesMasterIdLst>
  <p:sldIdLst>
    <p:sldId id="287" r:id="rId6"/>
    <p:sldId id="408" r:id="rId7"/>
    <p:sldId id="417" r:id="rId8"/>
    <p:sldId id="409" r:id="rId9"/>
    <p:sldId id="414" r:id="rId10"/>
    <p:sldId id="413" r:id="rId11"/>
    <p:sldId id="266" r:id="rId12"/>
    <p:sldId id="416" r:id="rId13"/>
    <p:sldId id="418" r:id="rId14"/>
    <p:sldId id="411" r:id="rId15"/>
    <p:sldId id="415" r:id="rId16"/>
    <p:sldId id="419"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3A6308-0F47-9FDF-65FE-FAB0BFE33232}" name="Michael Dowling" initials="MD" userId="S::Michael.Dowling@melbournewater.com.au::42c08377-8f34-4254-8d27-c79db9928f25" providerId="AD"/>
  <p188:author id="{CF7A8A26-BDD5-8460-92E9-654DD428069A}" name="Eva Sundin" initials="" userId="S::Eva.Sundin@melbournewater.com.au::1fd858db-52d7-4d1b-b17d-cfc961dd5d8b" providerId="AD"/>
  <p188:author id="{9987C82F-AB3E-7A1F-0004-3A7E81C23950}" name="Harini Sarath Chandran" initials="HS" userId="S::Harini.SarathChandran@melbournewater.com.au::363fde7f-8e15-41b8-b3db-63067f094d55" providerId="AD"/>
  <p188:author id="{A35D385B-DA01-BC66-2733-24AB24686720}" name="Jonathan Goode" initials="JG" userId="S::jonathan.goode@melbournewater.com.au::80ad6b33-d316-481b-b32d-4ce612b46203" providerId="AD"/>
  <p188:author id="{AEAA6F66-55B2-85F4-004C-5E7C93818724}" name="Suresh Anthoni" initials="SA" userId="S::Suresh.Anthoni@melbournewater.com.au::952895a9-3915-4fde-82f3-cb52260969ce" providerId="AD"/>
  <p188:author id="{80DA2B76-825C-B1CC-96CB-19BAF6DEAAE3}" name="Eva Sundin" initials="ES" userId="S::eva.sundin@melbournewater.com.au::1fd858db-52d7-4d1b-b17d-cfc961dd5d8b" providerId="AD"/>
  <p188:author id="{32F714A5-25FE-CF5C-2B35-7B39C4B3281A}" name="Raftis, Ash" initials="AR" userId="S::araftis@kpmg.com.au::3d97cfba-3942-4f09-9316-82813dd83f04" providerId="AD"/>
  <p188:author id="{DD7036F0-40A5-FA6F-F685-0D70008968F4}" name="Mohammed Kazi" initials="" userId="S::mohammed.kazi@melbournewater.com.au::2d8ff981-f008-489e-9fa5-d43aae2716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C6FF"/>
    <a:srgbClr val="E5E2FD"/>
    <a:srgbClr val="E4E2FD"/>
    <a:srgbClr val="E5E3FC"/>
    <a:srgbClr val="538412"/>
    <a:srgbClr val="000000"/>
    <a:srgbClr val="0050A8"/>
    <a:srgbClr val="BFBFBF"/>
    <a:srgbClr val="D1F0FF"/>
    <a:srgbClr val="0092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D7CA68-F1EF-4FB3-9BA9-B49898F7EEF2}" v="347" dt="2026-04-28T01:54:50.559"/>
    <p1510:client id="{587E5FF3-2AF1-7A05-DA86-7489E87E6B45}" v="4" dt="2026-04-28T03:05:41.671"/>
    <p1510:client id="{722815D6-D69A-1D0D-2580-E8C0DD32CD29}" v="11" dt="2026-04-29T02:23:48.302"/>
    <p1510:client id="{CD350B8D-4531-4D55-92C0-8C55FA3956A5}" v="3766" dt="2026-04-29T00:25:36.822"/>
    <p1510:client id="{CE4BD669-088E-1840-89A7-A3EF116583FB}" v="1590" dt="2026-04-28T10:54:51.236"/>
    <p1510:client id="{ECDC3E7E-BD5B-0283-EA3A-A405EAC98572}" v="97" dt="2026-04-29T00:58:53.070"/>
  </p1510:revLst>
</p1510:revInfo>
</file>

<file path=ppt/tableStyles.xml><?xml version="1.0" encoding="utf-8"?>
<a:tblStyleLst xmlns:a="http://schemas.openxmlformats.org/drawingml/2006/main" def="{3B4B98B0-60AC-42C2-AFA5-B58CD77FA1E5}">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15730E-8406-4BF3-AB2B-B75BA6471AA5}"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AU"/>
        </a:p>
      </dgm:t>
    </dgm:pt>
    <dgm:pt modelId="{37119060-D93F-4FFA-B872-7E3789FCB60A}">
      <dgm:prSet phldrT="[Text]" phldr="0" custT="1"/>
      <dgm:spPr/>
      <dgm:t>
        <a:bodyPr/>
        <a:lstStyle/>
        <a:p>
          <a:r>
            <a:rPr lang="en-AU" sz="1200"/>
            <a:t>BNI</a:t>
          </a:r>
        </a:p>
      </dgm:t>
    </dgm:pt>
    <dgm:pt modelId="{BD3C5A17-977F-41BA-B126-4F2BE82378CC}" type="parTrans" cxnId="{018A7B20-AE1A-4D2E-AD98-805AC3B30FD7}">
      <dgm:prSet/>
      <dgm:spPr/>
      <dgm:t>
        <a:bodyPr/>
        <a:lstStyle/>
        <a:p>
          <a:endParaRPr lang="en-AU"/>
        </a:p>
      </dgm:t>
    </dgm:pt>
    <dgm:pt modelId="{166426E8-CB1F-4604-A34C-D843A273C2FA}" type="sibTrans" cxnId="{018A7B20-AE1A-4D2E-AD98-805AC3B30FD7}">
      <dgm:prSet/>
      <dgm:spPr/>
      <dgm:t>
        <a:bodyPr/>
        <a:lstStyle/>
        <a:p>
          <a:endParaRPr lang="en-AU"/>
        </a:p>
      </dgm:t>
    </dgm:pt>
    <dgm:pt modelId="{4A308B13-167F-4A8E-B904-C9F2D73FF14F}">
      <dgm:prSet phldrT="[Text]" phldr="0" custT="1"/>
      <dgm:spPr/>
      <dgm:t>
        <a:bodyPr/>
        <a:lstStyle/>
        <a:p>
          <a:r>
            <a:rPr lang="en-AU" sz="1200"/>
            <a:t>Physical Server Approach</a:t>
          </a:r>
        </a:p>
      </dgm:t>
    </dgm:pt>
    <dgm:pt modelId="{581D105E-1D99-4C25-B16E-3420134669A0}" type="parTrans" cxnId="{055C2D2E-6D00-4632-B864-EBED0A0FC23C}">
      <dgm:prSet/>
      <dgm:spPr/>
      <dgm:t>
        <a:bodyPr/>
        <a:lstStyle/>
        <a:p>
          <a:endParaRPr lang="en-AU"/>
        </a:p>
      </dgm:t>
    </dgm:pt>
    <dgm:pt modelId="{BBE8B7E0-49E5-4AAD-93E2-4AB464D7381D}" type="sibTrans" cxnId="{055C2D2E-6D00-4632-B864-EBED0A0FC23C}">
      <dgm:prSet/>
      <dgm:spPr/>
      <dgm:t>
        <a:bodyPr/>
        <a:lstStyle/>
        <a:p>
          <a:endParaRPr lang="en-AU"/>
        </a:p>
      </dgm:t>
    </dgm:pt>
    <dgm:pt modelId="{AD305AD3-9FC4-4BA9-B4DA-290EDF631B4A}">
      <dgm:prSet phldrT="[Text]" phldr="0" custT="1"/>
      <dgm:spPr/>
      <dgm:t>
        <a:bodyPr/>
        <a:lstStyle/>
        <a:p>
          <a:r>
            <a:rPr lang="en-AU" sz="1200"/>
            <a:t>Lean Canvas – March</a:t>
          </a:r>
        </a:p>
      </dgm:t>
    </dgm:pt>
    <dgm:pt modelId="{2EC56704-6B72-45B5-9055-180BE7EA0F68}" type="parTrans" cxnId="{E79B9270-6D81-4E01-A7FA-A7F60658AA59}">
      <dgm:prSet/>
      <dgm:spPr/>
      <dgm:t>
        <a:bodyPr/>
        <a:lstStyle/>
        <a:p>
          <a:endParaRPr lang="en-AU"/>
        </a:p>
      </dgm:t>
    </dgm:pt>
    <dgm:pt modelId="{75762F88-341F-410B-BBEA-1316BC4B5204}" type="sibTrans" cxnId="{E79B9270-6D81-4E01-A7FA-A7F60658AA59}">
      <dgm:prSet/>
      <dgm:spPr/>
      <dgm:t>
        <a:bodyPr/>
        <a:lstStyle/>
        <a:p>
          <a:endParaRPr lang="en-AU"/>
        </a:p>
      </dgm:t>
    </dgm:pt>
    <dgm:pt modelId="{C9B5B887-95A7-48E3-BAEB-84BF824D67A3}">
      <dgm:prSet phldrT="[Text]" phldr="0" custT="1"/>
      <dgm:spPr/>
      <dgm:t>
        <a:bodyPr/>
        <a:lstStyle/>
        <a:p>
          <a:r>
            <a:rPr lang="en-AU" sz="1200"/>
            <a:t>Discovery</a:t>
          </a:r>
          <a:endParaRPr lang="en-AU" sz="1400"/>
        </a:p>
      </dgm:t>
    </dgm:pt>
    <dgm:pt modelId="{E564BC07-86F5-4712-80FE-3869C63156B7}" type="parTrans" cxnId="{7FDC7754-0CEB-459B-8B36-CD85E4306B9C}">
      <dgm:prSet/>
      <dgm:spPr/>
      <dgm:t>
        <a:bodyPr/>
        <a:lstStyle/>
        <a:p>
          <a:endParaRPr lang="en-AU"/>
        </a:p>
      </dgm:t>
    </dgm:pt>
    <dgm:pt modelId="{7A490AB4-7C0B-44B1-92DB-F43BFEDA6A4A}" type="sibTrans" cxnId="{7FDC7754-0CEB-459B-8B36-CD85E4306B9C}">
      <dgm:prSet/>
      <dgm:spPr/>
      <dgm:t>
        <a:bodyPr/>
        <a:lstStyle/>
        <a:p>
          <a:endParaRPr lang="en-AU"/>
        </a:p>
      </dgm:t>
    </dgm:pt>
    <dgm:pt modelId="{82EA622B-FB7B-4C33-9C6C-8E21CED17CA3}">
      <dgm:prSet phldrT="[Text]" phldr="0" custT="1"/>
      <dgm:spPr/>
      <dgm:t>
        <a:bodyPr/>
        <a:lstStyle/>
        <a:p>
          <a:r>
            <a:rPr lang="en-AU" sz="1200"/>
            <a:t>Lean Canvas - April</a:t>
          </a:r>
        </a:p>
      </dgm:t>
    </dgm:pt>
    <dgm:pt modelId="{9D8A7BD5-7735-4196-A07A-7395CDD3F2B1}" type="parTrans" cxnId="{FA3C810D-D5C6-426C-831D-E6B0307F1980}">
      <dgm:prSet/>
      <dgm:spPr/>
      <dgm:t>
        <a:bodyPr/>
        <a:lstStyle/>
        <a:p>
          <a:endParaRPr lang="en-AU"/>
        </a:p>
      </dgm:t>
    </dgm:pt>
    <dgm:pt modelId="{2A93E5AB-C0AF-49BE-8F77-03BB5D7F2E25}" type="sibTrans" cxnId="{FA3C810D-D5C6-426C-831D-E6B0307F1980}">
      <dgm:prSet/>
      <dgm:spPr/>
      <dgm:t>
        <a:bodyPr/>
        <a:lstStyle/>
        <a:p>
          <a:endParaRPr lang="en-AU"/>
        </a:p>
      </dgm:t>
    </dgm:pt>
    <dgm:pt modelId="{6A0C502F-5AAD-43D0-BDE9-F9C2ACD08BF7}">
      <dgm:prSet custT="1"/>
      <dgm:spPr/>
      <dgm:t>
        <a:bodyPr/>
        <a:lstStyle/>
        <a:p>
          <a:pPr rtl="0">
            <a:buFont typeface="Arial" panose="020B0604020202020204" pitchFamily="34" charset="0"/>
            <a:buNone/>
          </a:pPr>
          <a:r>
            <a:rPr lang="en-AU" sz="1200">
              <a:solidFill>
                <a:schemeClr val="tx1"/>
              </a:solidFill>
              <a:latin typeface="Calibri"/>
              <a:ea typeface="Calibri"/>
              <a:cs typeface="Calibri"/>
            </a:rPr>
            <a:t>BNI approved – Dec </a:t>
          </a:r>
          <a:r>
            <a:rPr lang="en-AU" sz="1100">
              <a:solidFill>
                <a:schemeClr val="tx1"/>
              </a:solidFill>
              <a:latin typeface="Calibri"/>
              <a:ea typeface="Calibri"/>
              <a:cs typeface="Calibri"/>
            </a:rPr>
            <a:t>‘</a:t>
          </a:r>
          <a:r>
            <a:rPr lang="en-AU" sz="1200">
              <a:solidFill>
                <a:schemeClr val="tx1"/>
              </a:solidFill>
              <a:latin typeface="Calibri"/>
              <a:ea typeface="Calibri"/>
              <a:cs typeface="Calibri"/>
            </a:rPr>
            <a:t>25 </a:t>
          </a:r>
        </a:p>
      </dgm:t>
    </dgm:pt>
    <dgm:pt modelId="{EEAF052C-142D-4F23-BF8E-A670F3E184FC}" type="parTrans" cxnId="{A757C71A-2301-4159-A29F-7EC63567DE03}">
      <dgm:prSet/>
      <dgm:spPr/>
      <dgm:t>
        <a:bodyPr/>
        <a:lstStyle/>
        <a:p>
          <a:endParaRPr lang="en-AU"/>
        </a:p>
      </dgm:t>
    </dgm:pt>
    <dgm:pt modelId="{C11FF450-A0C5-447B-B8B0-C896CCD9452E}" type="sibTrans" cxnId="{A757C71A-2301-4159-A29F-7EC63567DE03}">
      <dgm:prSet/>
      <dgm:spPr/>
      <dgm:t>
        <a:bodyPr/>
        <a:lstStyle/>
        <a:p>
          <a:endParaRPr lang="en-AU"/>
        </a:p>
      </dgm:t>
    </dgm:pt>
    <dgm:pt modelId="{27362985-FDF2-4D71-B936-5C04E84597EC}">
      <dgm:prSet custT="1"/>
      <dgm:spPr/>
      <dgm:t>
        <a:bodyPr/>
        <a:lstStyle/>
        <a:p>
          <a:pPr>
            <a:buNone/>
          </a:pPr>
          <a:r>
            <a:rPr lang="en-AU" sz="1200">
              <a:latin typeface="Calibri" panose="020F0502020204030204" pitchFamily="34" charset="0"/>
              <a:ea typeface="Calibri" panose="020F0502020204030204" pitchFamily="34" charset="0"/>
              <a:cs typeface="Calibri" panose="020F0502020204030204" pitchFamily="34" charset="0"/>
            </a:rPr>
            <a:t>Feb-Mar ‘26</a:t>
          </a:r>
        </a:p>
      </dgm:t>
    </dgm:pt>
    <dgm:pt modelId="{EC731EE5-B217-4225-8C24-BD7EF8A97063}" type="parTrans" cxnId="{46954C5F-AF56-4BB7-B0DB-F94032E874CC}">
      <dgm:prSet/>
      <dgm:spPr/>
      <dgm:t>
        <a:bodyPr/>
        <a:lstStyle/>
        <a:p>
          <a:endParaRPr lang="en-AU"/>
        </a:p>
      </dgm:t>
    </dgm:pt>
    <dgm:pt modelId="{6C8B6CD1-06EB-4199-ACEA-929D08A2E95E}" type="sibTrans" cxnId="{46954C5F-AF56-4BB7-B0DB-F94032E874CC}">
      <dgm:prSet/>
      <dgm:spPr/>
      <dgm:t>
        <a:bodyPr/>
        <a:lstStyle/>
        <a:p>
          <a:endParaRPr lang="en-AU"/>
        </a:p>
      </dgm:t>
    </dgm:pt>
    <dgm:pt modelId="{6E234B6E-23A0-420F-87AD-A4C6FD72D242}">
      <dgm:prSet custT="1"/>
      <dgm:spPr/>
      <dgm:t>
        <a:bodyPr/>
        <a:lstStyle/>
        <a:p>
          <a:pPr>
            <a:buNone/>
          </a:pPr>
          <a:r>
            <a:rPr lang="en-AU" sz="1200">
              <a:latin typeface="Calibri" panose="020F0502020204030204" pitchFamily="34" charset="0"/>
              <a:ea typeface="Calibri" panose="020F0502020204030204" pitchFamily="34" charset="0"/>
              <a:cs typeface="Calibri" panose="020F0502020204030204" pitchFamily="34" charset="0"/>
            </a:rPr>
            <a:t>Feb-Mar ‘26 </a:t>
          </a:r>
        </a:p>
      </dgm:t>
    </dgm:pt>
    <dgm:pt modelId="{CBC1BB06-A4A1-420D-9A48-F433BBAE607A}" type="parTrans" cxnId="{657B440E-F91A-4EEE-8B81-C13910B2BB3B}">
      <dgm:prSet/>
      <dgm:spPr/>
      <dgm:t>
        <a:bodyPr/>
        <a:lstStyle/>
        <a:p>
          <a:endParaRPr lang="en-AU"/>
        </a:p>
      </dgm:t>
    </dgm:pt>
    <dgm:pt modelId="{5DEF2A38-6775-45AB-93D7-9A4EF9BB19E4}" type="sibTrans" cxnId="{657B440E-F91A-4EEE-8B81-C13910B2BB3B}">
      <dgm:prSet/>
      <dgm:spPr/>
      <dgm:t>
        <a:bodyPr/>
        <a:lstStyle/>
        <a:p>
          <a:endParaRPr lang="en-AU"/>
        </a:p>
      </dgm:t>
    </dgm:pt>
    <dgm:pt modelId="{6087B908-BC2F-4D72-88B1-E3DD6AB5E027}">
      <dgm:prSet custT="1"/>
      <dgm:spPr/>
      <dgm:t>
        <a:bodyPr/>
        <a:lstStyle/>
        <a:p>
          <a:pPr>
            <a:buNone/>
          </a:pPr>
          <a:r>
            <a:rPr lang="en-AU" sz="1200">
              <a:latin typeface="Calibri" panose="020F0502020204030204" pitchFamily="34" charset="0"/>
              <a:ea typeface="Calibri" panose="020F0502020204030204" pitchFamily="34" charset="0"/>
              <a:cs typeface="Calibri" panose="020F0502020204030204" pitchFamily="34" charset="0"/>
            </a:rPr>
            <a:t>Two phased approach</a:t>
          </a:r>
        </a:p>
      </dgm:t>
    </dgm:pt>
    <dgm:pt modelId="{CCA8955E-60E7-44F6-9C6A-3BC1A54552F4}" type="parTrans" cxnId="{E4914037-D011-4E27-9DD0-0F3735EC0638}">
      <dgm:prSet/>
      <dgm:spPr/>
      <dgm:t>
        <a:bodyPr/>
        <a:lstStyle/>
        <a:p>
          <a:endParaRPr lang="en-AU"/>
        </a:p>
      </dgm:t>
    </dgm:pt>
    <dgm:pt modelId="{F4F83697-15AA-495C-A60A-1779D67C74E6}" type="sibTrans" cxnId="{E4914037-D011-4E27-9DD0-0F3735EC0638}">
      <dgm:prSet/>
      <dgm:spPr/>
      <dgm:t>
        <a:bodyPr/>
        <a:lstStyle/>
        <a:p>
          <a:endParaRPr lang="en-AU"/>
        </a:p>
      </dgm:t>
    </dgm:pt>
    <dgm:pt modelId="{B63FCDD2-87B9-4115-86C7-F44AB4A0A1BD}">
      <dgm:prSet custT="1"/>
      <dgm:spPr/>
      <dgm:t>
        <a:bodyPr/>
        <a:lstStyle/>
        <a:p>
          <a:pPr>
            <a:buNone/>
          </a:pPr>
          <a:r>
            <a:rPr lang="en-AU" sz="1200">
              <a:latin typeface="Calibri" panose="020F0502020204030204" pitchFamily="34" charset="0"/>
              <a:ea typeface="Calibri" panose="020F0502020204030204" pitchFamily="34" charset="0"/>
              <a:cs typeface="Calibri" panose="020F0502020204030204" pitchFamily="34" charset="0"/>
            </a:rPr>
            <a:t>Explore AIS Path</a:t>
          </a:r>
        </a:p>
      </dgm:t>
    </dgm:pt>
    <dgm:pt modelId="{DC43A6B8-F92C-49C8-93BD-9FDC60783916}" type="parTrans" cxnId="{D6375E08-DFC9-45F7-8CCB-FA6E50C8FFAE}">
      <dgm:prSet/>
      <dgm:spPr/>
      <dgm:t>
        <a:bodyPr/>
        <a:lstStyle/>
        <a:p>
          <a:endParaRPr lang="en-AU"/>
        </a:p>
      </dgm:t>
    </dgm:pt>
    <dgm:pt modelId="{2FAA891A-70F8-4EA0-8D5E-4EC5CC651104}" type="sibTrans" cxnId="{D6375E08-DFC9-45F7-8CCB-FA6E50C8FFAE}">
      <dgm:prSet/>
      <dgm:spPr/>
      <dgm:t>
        <a:bodyPr/>
        <a:lstStyle/>
        <a:p>
          <a:endParaRPr lang="en-AU"/>
        </a:p>
      </dgm:t>
    </dgm:pt>
    <dgm:pt modelId="{170CA97C-A602-49BB-A8FA-E2488D63940B}" type="pres">
      <dgm:prSet presAssocID="{F115730E-8406-4BF3-AB2B-B75BA6471AA5}" presName="Name0" presStyleCnt="0">
        <dgm:presLayoutVars>
          <dgm:dir/>
          <dgm:animLvl val="lvl"/>
          <dgm:resizeHandles val="exact"/>
        </dgm:presLayoutVars>
      </dgm:prSet>
      <dgm:spPr/>
    </dgm:pt>
    <dgm:pt modelId="{21080443-0528-4690-98A7-34303FF90C76}" type="pres">
      <dgm:prSet presAssocID="{F115730E-8406-4BF3-AB2B-B75BA6471AA5}" presName="tSp" presStyleCnt="0"/>
      <dgm:spPr/>
    </dgm:pt>
    <dgm:pt modelId="{C67AAD99-7194-4D5A-A12E-A7D19CCE2478}" type="pres">
      <dgm:prSet presAssocID="{F115730E-8406-4BF3-AB2B-B75BA6471AA5}" presName="bSp" presStyleCnt="0"/>
      <dgm:spPr/>
    </dgm:pt>
    <dgm:pt modelId="{FC671327-5671-48CD-847C-486D352FFCE8}" type="pres">
      <dgm:prSet presAssocID="{F115730E-8406-4BF3-AB2B-B75BA6471AA5}" presName="process" presStyleCnt="0"/>
      <dgm:spPr/>
    </dgm:pt>
    <dgm:pt modelId="{730FB8A7-5C02-41B5-8C3F-CC46081CE463}" type="pres">
      <dgm:prSet presAssocID="{37119060-D93F-4FFA-B872-7E3789FCB60A}" presName="composite1" presStyleCnt="0"/>
      <dgm:spPr/>
    </dgm:pt>
    <dgm:pt modelId="{48BA9163-BE7C-4DB7-B493-9E5BD79AE36E}" type="pres">
      <dgm:prSet presAssocID="{37119060-D93F-4FFA-B872-7E3789FCB60A}" presName="dummyNode1" presStyleLbl="node1" presStyleIdx="0" presStyleCnt="5"/>
      <dgm:spPr/>
    </dgm:pt>
    <dgm:pt modelId="{9E35BCE2-32CD-40D4-B0AE-A03D64629760}" type="pres">
      <dgm:prSet presAssocID="{37119060-D93F-4FFA-B872-7E3789FCB60A}" presName="childNode1" presStyleLbl="bgAcc1" presStyleIdx="0" presStyleCnt="5">
        <dgm:presLayoutVars>
          <dgm:bulletEnabled val="1"/>
        </dgm:presLayoutVars>
      </dgm:prSet>
      <dgm:spPr/>
    </dgm:pt>
    <dgm:pt modelId="{76EC8E1D-18CE-4649-BFAF-04377D5BD96F}" type="pres">
      <dgm:prSet presAssocID="{37119060-D93F-4FFA-B872-7E3789FCB60A}" presName="childNode1tx" presStyleLbl="bgAcc1" presStyleIdx="0" presStyleCnt="5">
        <dgm:presLayoutVars>
          <dgm:bulletEnabled val="1"/>
        </dgm:presLayoutVars>
      </dgm:prSet>
      <dgm:spPr/>
    </dgm:pt>
    <dgm:pt modelId="{503A4C18-DAC8-4E88-99E1-A941EB997A7F}" type="pres">
      <dgm:prSet presAssocID="{37119060-D93F-4FFA-B872-7E3789FCB60A}" presName="parentNode1" presStyleLbl="node1" presStyleIdx="0" presStyleCnt="5" custScaleY="117800">
        <dgm:presLayoutVars>
          <dgm:chMax val="1"/>
          <dgm:bulletEnabled val="1"/>
        </dgm:presLayoutVars>
      </dgm:prSet>
      <dgm:spPr/>
    </dgm:pt>
    <dgm:pt modelId="{DCBAAFC2-A63F-4916-B7F4-BA9B9634697C}" type="pres">
      <dgm:prSet presAssocID="{37119060-D93F-4FFA-B872-7E3789FCB60A}" presName="connSite1" presStyleCnt="0"/>
      <dgm:spPr/>
    </dgm:pt>
    <dgm:pt modelId="{542EB409-B156-4B16-86E2-9A2021518A7A}" type="pres">
      <dgm:prSet presAssocID="{166426E8-CB1F-4604-A34C-D843A273C2FA}" presName="Name9" presStyleLbl="sibTrans2D1" presStyleIdx="0" presStyleCnt="4"/>
      <dgm:spPr/>
    </dgm:pt>
    <dgm:pt modelId="{6F5C14E0-187D-494B-90A2-A94B14C69C24}" type="pres">
      <dgm:prSet presAssocID="{C9B5B887-95A7-48E3-BAEB-84BF824D67A3}" presName="composite2" presStyleCnt="0"/>
      <dgm:spPr/>
    </dgm:pt>
    <dgm:pt modelId="{22FEB5BF-EE13-41C0-A10B-E65A08C90FA1}" type="pres">
      <dgm:prSet presAssocID="{C9B5B887-95A7-48E3-BAEB-84BF824D67A3}" presName="dummyNode2" presStyleLbl="node1" presStyleIdx="0" presStyleCnt="5"/>
      <dgm:spPr/>
    </dgm:pt>
    <dgm:pt modelId="{FB46B282-93E7-4408-8773-5AC628EADA1D}" type="pres">
      <dgm:prSet presAssocID="{C9B5B887-95A7-48E3-BAEB-84BF824D67A3}" presName="childNode2" presStyleLbl="bgAcc1" presStyleIdx="1" presStyleCnt="5">
        <dgm:presLayoutVars>
          <dgm:bulletEnabled val="1"/>
        </dgm:presLayoutVars>
      </dgm:prSet>
      <dgm:spPr/>
    </dgm:pt>
    <dgm:pt modelId="{DF1CD32D-5CD3-4662-9789-AAEEBE516AA1}" type="pres">
      <dgm:prSet presAssocID="{C9B5B887-95A7-48E3-BAEB-84BF824D67A3}" presName="childNode2tx" presStyleLbl="bgAcc1" presStyleIdx="1" presStyleCnt="5">
        <dgm:presLayoutVars>
          <dgm:bulletEnabled val="1"/>
        </dgm:presLayoutVars>
      </dgm:prSet>
      <dgm:spPr/>
    </dgm:pt>
    <dgm:pt modelId="{0373E6C9-E661-4C58-920E-7C11689A49A4}" type="pres">
      <dgm:prSet presAssocID="{C9B5B887-95A7-48E3-BAEB-84BF824D67A3}" presName="parentNode2" presStyleLbl="node1" presStyleIdx="1" presStyleCnt="5" custScaleY="137434">
        <dgm:presLayoutVars>
          <dgm:chMax val="0"/>
          <dgm:bulletEnabled val="1"/>
        </dgm:presLayoutVars>
      </dgm:prSet>
      <dgm:spPr/>
    </dgm:pt>
    <dgm:pt modelId="{55B4C06F-E7F0-47BF-9012-EDDAB11B2177}" type="pres">
      <dgm:prSet presAssocID="{C9B5B887-95A7-48E3-BAEB-84BF824D67A3}" presName="connSite2" presStyleCnt="0"/>
      <dgm:spPr/>
    </dgm:pt>
    <dgm:pt modelId="{B3EB6466-7755-437A-A2FD-561E4D7C6187}" type="pres">
      <dgm:prSet presAssocID="{7A490AB4-7C0B-44B1-92DB-F43BFEDA6A4A}" presName="Name18" presStyleLbl="sibTrans2D1" presStyleIdx="1" presStyleCnt="4"/>
      <dgm:spPr/>
    </dgm:pt>
    <dgm:pt modelId="{4854C51C-FD69-4DB0-BC15-67739175BDFC}" type="pres">
      <dgm:prSet presAssocID="{4A308B13-167F-4A8E-B904-C9F2D73FF14F}" presName="composite1" presStyleCnt="0"/>
      <dgm:spPr/>
    </dgm:pt>
    <dgm:pt modelId="{8EB23FE5-7CB6-47A3-863F-597D1A460EEC}" type="pres">
      <dgm:prSet presAssocID="{4A308B13-167F-4A8E-B904-C9F2D73FF14F}" presName="dummyNode1" presStyleLbl="node1" presStyleIdx="1" presStyleCnt="5"/>
      <dgm:spPr/>
    </dgm:pt>
    <dgm:pt modelId="{2EBFB180-332C-41A9-85EE-83020AC9CED8}" type="pres">
      <dgm:prSet presAssocID="{4A308B13-167F-4A8E-B904-C9F2D73FF14F}" presName="childNode1" presStyleLbl="bgAcc1" presStyleIdx="2" presStyleCnt="5">
        <dgm:presLayoutVars>
          <dgm:bulletEnabled val="1"/>
        </dgm:presLayoutVars>
      </dgm:prSet>
      <dgm:spPr/>
    </dgm:pt>
    <dgm:pt modelId="{6D176B16-F95D-4B2F-9F19-449F7CFD400B}" type="pres">
      <dgm:prSet presAssocID="{4A308B13-167F-4A8E-B904-C9F2D73FF14F}" presName="childNode1tx" presStyleLbl="bgAcc1" presStyleIdx="2" presStyleCnt="5">
        <dgm:presLayoutVars>
          <dgm:bulletEnabled val="1"/>
        </dgm:presLayoutVars>
      </dgm:prSet>
      <dgm:spPr/>
    </dgm:pt>
    <dgm:pt modelId="{9CC72EA4-3D81-4194-884A-AEBEA7DD0BD8}" type="pres">
      <dgm:prSet presAssocID="{4A308B13-167F-4A8E-B904-C9F2D73FF14F}" presName="parentNode1" presStyleLbl="node1" presStyleIdx="2" presStyleCnt="5" custScaleX="109490" custScaleY="137434">
        <dgm:presLayoutVars>
          <dgm:chMax val="1"/>
          <dgm:bulletEnabled val="1"/>
        </dgm:presLayoutVars>
      </dgm:prSet>
      <dgm:spPr/>
    </dgm:pt>
    <dgm:pt modelId="{306DA387-3CDE-4499-BBBD-19FA9AA6E445}" type="pres">
      <dgm:prSet presAssocID="{4A308B13-167F-4A8E-B904-C9F2D73FF14F}" presName="connSite1" presStyleCnt="0"/>
      <dgm:spPr/>
    </dgm:pt>
    <dgm:pt modelId="{4CD98B4A-13AD-4F66-8314-2F1C4510B831}" type="pres">
      <dgm:prSet presAssocID="{BBE8B7E0-49E5-4AAD-93E2-4AB464D7381D}" presName="Name9" presStyleLbl="sibTrans2D1" presStyleIdx="2" presStyleCnt="4"/>
      <dgm:spPr/>
    </dgm:pt>
    <dgm:pt modelId="{A4393B3D-DDB4-4501-95CC-E1D5C4AD2C41}" type="pres">
      <dgm:prSet presAssocID="{AD305AD3-9FC4-4BA9-B4DA-290EDF631B4A}" presName="composite2" presStyleCnt="0"/>
      <dgm:spPr/>
    </dgm:pt>
    <dgm:pt modelId="{36643B86-B633-4BC1-8468-CDAAC3629141}" type="pres">
      <dgm:prSet presAssocID="{AD305AD3-9FC4-4BA9-B4DA-290EDF631B4A}" presName="dummyNode2" presStyleLbl="node1" presStyleIdx="2" presStyleCnt="5"/>
      <dgm:spPr/>
    </dgm:pt>
    <dgm:pt modelId="{57427DA8-3DBD-49FF-ABEB-CBA77F001F3F}" type="pres">
      <dgm:prSet presAssocID="{AD305AD3-9FC4-4BA9-B4DA-290EDF631B4A}" presName="childNode2" presStyleLbl="bgAcc1" presStyleIdx="3" presStyleCnt="5">
        <dgm:presLayoutVars>
          <dgm:bulletEnabled val="1"/>
        </dgm:presLayoutVars>
      </dgm:prSet>
      <dgm:spPr/>
    </dgm:pt>
    <dgm:pt modelId="{6C793A6F-6E45-48FF-BDE0-0AC3A74AE5B2}" type="pres">
      <dgm:prSet presAssocID="{AD305AD3-9FC4-4BA9-B4DA-290EDF631B4A}" presName="childNode2tx" presStyleLbl="bgAcc1" presStyleIdx="3" presStyleCnt="5">
        <dgm:presLayoutVars>
          <dgm:bulletEnabled val="1"/>
        </dgm:presLayoutVars>
      </dgm:prSet>
      <dgm:spPr/>
    </dgm:pt>
    <dgm:pt modelId="{05CA797F-E19F-4427-AA38-769E6030C559}" type="pres">
      <dgm:prSet presAssocID="{AD305AD3-9FC4-4BA9-B4DA-290EDF631B4A}" presName="parentNode2" presStyleLbl="node1" presStyleIdx="3" presStyleCnt="5">
        <dgm:presLayoutVars>
          <dgm:chMax val="0"/>
          <dgm:bulletEnabled val="1"/>
        </dgm:presLayoutVars>
      </dgm:prSet>
      <dgm:spPr/>
    </dgm:pt>
    <dgm:pt modelId="{04ED283B-0EAF-448F-B340-5907EA087D73}" type="pres">
      <dgm:prSet presAssocID="{AD305AD3-9FC4-4BA9-B4DA-290EDF631B4A}" presName="connSite2" presStyleCnt="0"/>
      <dgm:spPr/>
    </dgm:pt>
    <dgm:pt modelId="{0AFE9508-9A56-400D-9794-89F3FD2E9224}" type="pres">
      <dgm:prSet presAssocID="{75762F88-341F-410B-BBEA-1316BC4B5204}" presName="Name18" presStyleLbl="sibTrans2D1" presStyleIdx="3" presStyleCnt="4"/>
      <dgm:spPr/>
    </dgm:pt>
    <dgm:pt modelId="{007FCFBC-A43E-4D1A-AAC7-D31452AE1D75}" type="pres">
      <dgm:prSet presAssocID="{82EA622B-FB7B-4C33-9C6C-8E21CED17CA3}" presName="composite1" presStyleCnt="0"/>
      <dgm:spPr/>
    </dgm:pt>
    <dgm:pt modelId="{E84FCD79-CAC6-420E-AC4D-8370DE73DFAF}" type="pres">
      <dgm:prSet presAssocID="{82EA622B-FB7B-4C33-9C6C-8E21CED17CA3}" presName="dummyNode1" presStyleLbl="node1" presStyleIdx="3" presStyleCnt="5"/>
      <dgm:spPr/>
    </dgm:pt>
    <dgm:pt modelId="{A44D071B-CCB9-474C-8AFB-AF77F333077E}" type="pres">
      <dgm:prSet presAssocID="{82EA622B-FB7B-4C33-9C6C-8E21CED17CA3}" presName="childNode1" presStyleLbl="bgAcc1" presStyleIdx="4" presStyleCnt="5">
        <dgm:presLayoutVars>
          <dgm:bulletEnabled val="1"/>
        </dgm:presLayoutVars>
      </dgm:prSet>
      <dgm:spPr/>
    </dgm:pt>
    <dgm:pt modelId="{D9A0F058-60FA-4A5B-B6D9-797DDB65CC89}" type="pres">
      <dgm:prSet presAssocID="{82EA622B-FB7B-4C33-9C6C-8E21CED17CA3}" presName="childNode1tx" presStyleLbl="bgAcc1" presStyleIdx="4" presStyleCnt="5">
        <dgm:presLayoutVars>
          <dgm:bulletEnabled val="1"/>
        </dgm:presLayoutVars>
      </dgm:prSet>
      <dgm:spPr/>
    </dgm:pt>
    <dgm:pt modelId="{499B5C4C-0FE2-4636-8D52-61CD21665DDA}" type="pres">
      <dgm:prSet presAssocID="{82EA622B-FB7B-4C33-9C6C-8E21CED17CA3}" presName="parentNode1" presStyleLbl="node1" presStyleIdx="4" presStyleCnt="5">
        <dgm:presLayoutVars>
          <dgm:chMax val="1"/>
          <dgm:bulletEnabled val="1"/>
        </dgm:presLayoutVars>
      </dgm:prSet>
      <dgm:spPr/>
    </dgm:pt>
    <dgm:pt modelId="{89098855-120B-4A32-9461-8E8E00EF53FB}" type="pres">
      <dgm:prSet presAssocID="{82EA622B-FB7B-4C33-9C6C-8E21CED17CA3}" presName="connSite1" presStyleCnt="0"/>
      <dgm:spPr/>
    </dgm:pt>
  </dgm:ptLst>
  <dgm:cxnLst>
    <dgm:cxn modelId="{D6375E08-DFC9-45F7-8CCB-FA6E50C8FFAE}" srcId="{82EA622B-FB7B-4C33-9C6C-8E21CED17CA3}" destId="{B63FCDD2-87B9-4115-86C7-F44AB4A0A1BD}" srcOrd="0" destOrd="0" parTransId="{DC43A6B8-F92C-49C8-93BD-9FDC60783916}" sibTransId="{2FAA891A-70F8-4EA0-8D5E-4EC5CC651104}"/>
    <dgm:cxn modelId="{FA3C810D-D5C6-426C-831D-E6B0307F1980}" srcId="{F115730E-8406-4BF3-AB2B-B75BA6471AA5}" destId="{82EA622B-FB7B-4C33-9C6C-8E21CED17CA3}" srcOrd="4" destOrd="0" parTransId="{9D8A7BD5-7735-4196-A07A-7395CDD3F2B1}" sibTransId="{2A93E5AB-C0AF-49BE-8F77-03BB5D7F2E25}"/>
    <dgm:cxn modelId="{657B440E-F91A-4EEE-8B81-C13910B2BB3B}" srcId="{4A308B13-167F-4A8E-B904-C9F2D73FF14F}" destId="{6E234B6E-23A0-420F-87AD-A4C6FD72D242}" srcOrd="0" destOrd="0" parTransId="{CBC1BB06-A4A1-420D-9A48-F433BBAE607A}" sibTransId="{5DEF2A38-6775-45AB-93D7-9A4EF9BB19E4}"/>
    <dgm:cxn modelId="{A757C71A-2301-4159-A29F-7EC63567DE03}" srcId="{37119060-D93F-4FFA-B872-7E3789FCB60A}" destId="{6A0C502F-5AAD-43D0-BDE9-F9C2ACD08BF7}" srcOrd="0" destOrd="0" parTransId="{EEAF052C-142D-4F23-BF8E-A670F3E184FC}" sibTransId="{C11FF450-A0C5-447B-B8B0-C896CCD9452E}"/>
    <dgm:cxn modelId="{018A7B20-AE1A-4D2E-AD98-805AC3B30FD7}" srcId="{F115730E-8406-4BF3-AB2B-B75BA6471AA5}" destId="{37119060-D93F-4FFA-B872-7E3789FCB60A}" srcOrd="0" destOrd="0" parTransId="{BD3C5A17-977F-41BA-B126-4F2BE82378CC}" sibTransId="{166426E8-CB1F-4604-A34C-D843A273C2FA}"/>
    <dgm:cxn modelId="{893E6021-C80B-4F6D-AC81-579890F240B8}" type="presOf" srcId="{4A308B13-167F-4A8E-B904-C9F2D73FF14F}" destId="{9CC72EA4-3D81-4194-884A-AEBEA7DD0BD8}" srcOrd="0" destOrd="0" presId="urn:microsoft.com/office/officeart/2005/8/layout/hProcess4"/>
    <dgm:cxn modelId="{055C2D2E-6D00-4632-B864-EBED0A0FC23C}" srcId="{F115730E-8406-4BF3-AB2B-B75BA6471AA5}" destId="{4A308B13-167F-4A8E-B904-C9F2D73FF14F}" srcOrd="2" destOrd="0" parTransId="{581D105E-1D99-4C25-B16E-3420134669A0}" sibTransId="{BBE8B7E0-49E5-4AAD-93E2-4AB464D7381D}"/>
    <dgm:cxn modelId="{E4914037-D011-4E27-9DD0-0F3735EC0638}" srcId="{AD305AD3-9FC4-4BA9-B4DA-290EDF631B4A}" destId="{6087B908-BC2F-4D72-88B1-E3DD6AB5E027}" srcOrd="0" destOrd="0" parTransId="{CCA8955E-60E7-44F6-9C6A-3BC1A54552F4}" sibTransId="{F4F83697-15AA-495C-A60A-1779D67C74E6}"/>
    <dgm:cxn modelId="{46954C5F-AF56-4BB7-B0DB-F94032E874CC}" srcId="{C9B5B887-95A7-48E3-BAEB-84BF824D67A3}" destId="{27362985-FDF2-4D71-B936-5C04E84597EC}" srcOrd="0" destOrd="0" parTransId="{EC731EE5-B217-4225-8C24-BD7EF8A97063}" sibTransId="{6C8B6CD1-06EB-4199-ACEA-929D08A2E95E}"/>
    <dgm:cxn modelId="{6FD12C41-7ADA-49B8-A00E-9B14D3FBCC25}" type="presOf" srcId="{C9B5B887-95A7-48E3-BAEB-84BF824D67A3}" destId="{0373E6C9-E661-4C58-920E-7C11689A49A4}" srcOrd="0" destOrd="0" presId="urn:microsoft.com/office/officeart/2005/8/layout/hProcess4"/>
    <dgm:cxn modelId="{32276269-DAF2-4AA5-AC82-EA81DA56AA30}" type="presOf" srcId="{6E234B6E-23A0-420F-87AD-A4C6FD72D242}" destId="{6D176B16-F95D-4B2F-9F19-449F7CFD400B}" srcOrd="1" destOrd="0" presId="urn:microsoft.com/office/officeart/2005/8/layout/hProcess4"/>
    <dgm:cxn modelId="{E79B9270-6D81-4E01-A7FA-A7F60658AA59}" srcId="{F115730E-8406-4BF3-AB2B-B75BA6471AA5}" destId="{AD305AD3-9FC4-4BA9-B4DA-290EDF631B4A}" srcOrd="3" destOrd="0" parTransId="{2EC56704-6B72-45B5-9055-180BE7EA0F68}" sibTransId="{75762F88-341F-410B-BBEA-1316BC4B5204}"/>
    <dgm:cxn modelId="{99AED873-40A9-4AA7-B198-3A3FF69103A1}" type="presOf" srcId="{B63FCDD2-87B9-4115-86C7-F44AB4A0A1BD}" destId="{D9A0F058-60FA-4A5B-B6D9-797DDB65CC89}" srcOrd="1" destOrd="0" presId="urn:microsoft.com/office/officeart/2005/8/layout/hProcess4"/>
    <dgm:cxn modelId="{7FDC7754-0CEB-459B-8B36-CD85E4306B9C}" srcId="{F115730E-8406-4BF3-AB2B-B75BA6471AA5}" destId="{C9B5B887-95A7-48E3-BAEB-84BF824D67A3}" srcOrd="1" destOrd="0" parTransId="{E564BC07-86F5-4712-80FE-3869C63156B7}" sibTransId="{7A490AB4-7C0B-44B1-92DB-F43BFEDA6A4A}"/>
    <dgm:cxn modelId="{4A549E74-A619-4225-A73F-963A8B544907}" type="presOf" srcId="{82EA622B-FB7B-4C33-9C6C-8E21CED17CA3}" destId="{499B5C4C-0FE2-4636-8D52-61CD21665DDA}" srcOrd="0" destOrd="0" presId="urn:microsoft.com/office/officeart/2005/8/layout/hProcess4"/>
    <dgm:cxn modelId="{3EB27A59-E352-4953-B254-3018B3C9C490}" type="presOf" srcId="{BBE8B7E0-49E5-4AAD-93E2-4AB464D7381D}" destId="{4CD98B4A-13AD-4F66-8314-2F1C4510B831}" srcOrd="0" destOrd="0" presId="urn:microsoft.com/office/officeart/2005/8/layout/hProcess4"/>
    <dgm:cxn modelId="{95227A7E-D9CD-41AC-ACF7-ECC116B21BDE}" type="presOf" srcId="{7A490AB4-7C0B-44B1-92DB-F43BFEDA6A4A}" destId="{B3EB6466-7755-437A-A2FD-561E4D7C6187}" srcOrd="0" destOrd="0" presId="urn:microsoft.com/office/officeart/2005/8/layout/hProcess4"/>
    <dgm:cxn modelId="{848F0B7F-5528-437E-ACB6-7327E94AA54E}" type="presOf" srcId="{166426E8-CB1F-4604-A34C-D843A273C2FA}" destId="{542EB409-B156-4B16-86E2-9A2021518A7A}" srcOrd="0" destOrd="0" presId="urn:microsoft.com/office/officeart/2005/8/layout/hProcess4"/>
    <dgm:cxn modelId="{D2D74C85-C289-4BB5-988A-0E3A3F83B544}" type="presOf" srcId="{6A0C502F-5AAD-43D0-BDE9-F9C2ACD08BF7}" destId="{9E35BCE2-32CD-40D4-B0AE-A03D64629760}" srcOrd="0" destOrd="0" presId="urn:microsoft.com/office/officeart/2005/8/layout/hProcess4"/>
    <dgm:cxn modelId="{184C1E8E-325A-4ED0-96B8-59EA1125B433}" type="presOf" srcId="{6E234B6E-23A0-420F-87AD-A4C6FD72D242}" destId="{2EBFB180-332C-41A9-85EE-83020AC9CED8}" srcOrd="0" destOrd="0" presId="urn:microsoft.com/office/officeart/2005/8/layout/hProcess4"/>
    <dgm:cxn modelId="{DFED4896-045A-4AC6-A5BE-0A895B63EF77}" type="presOf" srcId="{27362985-FDF2-4D71-B936-5C04E84597EC}" destId="{FB46B282-93E7-4408-8773-5AC628EADA1D}" srcOrd="0" destOrd="0" presId="urn:microsoft.com/office/officeart/2005/8/layout/hProcess4"/>
    <dgm:cxn modelId="{8B8502AF-C904-46B4-83CB-7A5D7F47C0DE}" type="presOf" srcId="{6A0C502F-5AAD-43D0-BDE9-F9C2ACD08BF7}" destId="{76EC8E1D-18CE-4649-BFAF-04377D5BD96F}" srcOrd="1" destOrd="0" presId="urn:microsoft.com/office/officeart/2005/8/layout/hProcess4"/>
    <dgm:cxn modelId="{126A05BC-10B8-4DC3-BC2C-F01AFA562EBB}" type="presOf" srcId="{F115730E-8406-4BF3-AB2B-B75BA6471AA5}" destId="{170CA97C-A602-49BB-A8FA-E2488D63940B}" srcOrd="0" destOrd="0" presId="urn:microsoft.com/office/officeart/2005/8/layout/hProcess4"/>
    <dgm:cxn modelId="{395D38C0-1047-4C2A-BC39-67E1F02B6619}" type="presOf" srcId="{B63FCDD2-87B9-4115-86C7-F44AB4A0A1BD}" destId="{A44D071B-CCB9-474C-8AFB-AF77F333077E}" srcOrd="0" destOrd="0" presId="urn:microsoft.com/office/officeart/2005/8/layout/hProcess4"/>
    <dgm:cxn modelId="{04C548C7-3078-4D89-8B83-EB1FB977DB64}" type="presOf" srcId="{6087B908-BC2F-4D72-88B1-E3DD6AB5E027}" destId="{57427DA8-3DBD-49FF-ABEB-CBA77F001F3F}" srcOrd="0" destOrd="0" presId="urn:microsoft.com/office/officeart/2005/8/layout/hProcess4"/>
    <dgm:cxn modelId="{55D5D8C8-6BB9-48B8-A31D-E09BCA81661C}" type="presOf" srcId="{27362985-FDF2-4D71-B936-5C04E84597EC}" destId="{DF1CD32D-5CD3-4662-9789-AAEEBE516AA1}" srcOrd="1" destOrd="0" presId="urn:microsoft.com/office/officeart/2005/8/layout/hProcess4"/>
    <dgm:cxn modelId="{8589A6D0-6D95-41D7-9B1F-35A124D0D3EF}" type="presOf" srcId="{6087B908-BC2F-4D72-88B1-E3DD6AB5E027}" destId="{6C793A6F-6E45-48FF-BDE0-0AC3A74AE5B2}" srcOrd="1" destOrd="0" presId="urn:microsoft.com/office/officeart/2005/8/layout/hProcess4"/>
    <dgm:cxn modelId="{21B2F9F3-F669-4C6F-B1FA-49F854048F00}" type="presOf" srcId="{75762F88-341F-410B-BBEA-1316BC4B5204}" destId="{0AFE9508-9A56-400D-9794-89F3FD2E9224}" srcOrd="0" destOrd="0" presId="urn:microsoft.com/office/officeart/2005/8/layout/hProcess4"/>
    <dgm:cxn modelId="{6CE364F5-6E63-4F1D-81A5-72086C738AA9}" type="presOf" srcId="{AD305AD3-9FC4-4BA9-B4DA-290EDF631B4A}" destId="{05CA797F-E19F-4427-AA38-769E6030C559}" srcOrd="0" destOrd="0" presId="urn:microsoft.com/office/officeart/2005/8/layout/hProcess4"/>
    <dgm:cxn modelId="{215C8FF5-A545-47B8-A1A2-89EE4742CD53}" type="presOf" srcId="{37119060-D93F-4FFA-B872-7E3789FCB60A}" destId="{503A4C18-DAC8-4E88-99E1-A941EB997A7F}" srcOrd="0" destOrd="0" presId="urn:microsoft.com/office/officeart/2005/8/layout/hProcess4"/>
    <dgm:cxn modelId="{7A5F4E63-9E55-49E0-A8E5-E3B5B8CC79A9}" type="presParOf" srcId="{170CA97C-A602-49BB-A8FA-E2488D63940B}" destId="{21080443-0528-4690-98A7-34303FF90C76}" srcOrd="0" destOrd="0" presId="urn:microsoft.com/office/officeart/2005/8/layout/hProcess4"/>
    <dgm:cxn modelId="{60F5E1E1-533B-4CC8-B87C-1960587B6A2D}" type="presParOf" srcId="{170CA97C-A602-49BB-A8FA-E2488D63940B}" destId="{C67AAD99-7194-4D5A-A12E-A7D19CCE2478}" srcOrd="1" destOrd="0" presId="urn:microsoft.com/office/officeart/2005/8/layout/hProcess4"/>
    <dgm:cxn modelId="{161534C8-05AA-4D57-8AA5-3CE392495C29}" type="presParOf" srcId="{170CA97C-A602-49BB-A8FA-E2488D63940B}" destId="{FC671327-5671-48CD-847C-486D352FFCE8}" srcOrd="2" destOrd="0" presId="urn:microsoft.com/office/officeart/2005/8/layout/hProcess4"/>
    <dgm:cxn modelId="{4A556621-D37D-4ED6-A9FE-B95EF93AF435}" type="presParOf" srcId="{FC671327-5671-48CD-847C-486D352FFCE8}" destId="{730FB8A7-5C02-41B5-8C3F-CC46081CE463}" srcOrd="0" destOrd="0" presId="urn:microsoft.com/office/officeart/2005/8/layout/hProcess4"/>
    <dgm:cxn modelId="{64B79253-B8CE-4DC4-9A26-5FC15696F496}" type="presParOf" srcId="{730FB8A7-5C02-41B5-8C3F-CC46081CE463}" destId="{48BA9163-BE7C-4DB7-B493-9E5BD79AE36E}" srcOrd="0" destOrd="0" presId="urn:microsoft.com/office/officeart/2005/8/layout/hProcess4"/>
    <dgm:cxn modelId="{7EAA7AD9-754A-4100-A0E3-63847EBF9D46}" type="presParOf" srcId="{730FB8A7-5C02-41B5-8C3F-CC46081CE463}" destId="{9E35BCE2-32CD-40D4-B0AE-A03D64629760}" srcOrd="1" destOrd="0" presId="urn:microsoft.com/office/officeart/2005/8/layout/hProcess4"/>
    <dgm:cxn modelId="{D9A4647E-9B35-4338-BBEB-D6FC91F18B21}" type="presParOf" srcId="{730FB8A7-5C02-41B5-8C3F-CC46081CE463}" destId="{76EC8E1D-18CE-4649-BFAF-04377D5BD96F}" srcOrd="2" destOrd="0" presId="urn:microsoft.com/office/officeart/2005/8/layout/hProcess4"/>
    <dgm:cxn modelId="{3BCCC118-37D0-40C8-AB82-BFD35796F7A2}" type="presParOf" srcId="{730FB8A7-5C02-41B5-8C3F-CC46081CE463}" destId="{503A4C18-DAC8-4E88-99E1-A941EB997A7F}" srcOrd="3" destOrd="0" presId="urn:microsoft.com/office/officeart/2005/8/layout/hProcess4"/>
    <dgm:cxn modelId="{7578AAAB-8944-4539-AFDB-8789BE939AB2}" type="presParOf" srcId="{730FB8A7-5C02-41B5-8C3F-CC46081CE463}" destId="{DCBAAFC2-A63F-4916-B7F4-BA9B9634697C}" srcOrd="4" destOrd="0" presId="urn:microsoft.com/office/officeart/2005/8/layout/hProcess4"/>
    <dgm:cxn modelId="{80947535-FD4F-422C-A911-7F0F3D49DEFB}" type="presParOf" srcId="{FC671327-5671-48CD-847C-486D352FFCE8}" destId="{542EB409-B156-4B16-86E2-9A2021518A7A}" srcOrd="1" destOrd="0" presId="urn:microsoft.com/office/officeart/2005/8/layout/hProcess4"/>
    <dgm:cxn modelId="{388284A1-55F7-4B21-8674-BE5C5DA6D861}" type="presParOf" srcId="{FC671327-5671-48CD-847C-486D352FFCE8}" destId="{6F5C14E0-187D-494B-90A2-A94B14C69C24}" srcOrd="2" destOrd="0" presId="urn:microsoft.com/office/officeart/2005/8/layout/hProcess4"/>
    <dgm:cxn modelId="{B11152A5-A7F2-47DB-9085-9530EA4DE2BE}" type="presParOf" srcId="{6F5C14E0-187D-494B-90A2-A94B14C69C24}" destId="{22FEB5BF-EE13-41C0-A10B-E65A08C90FA1}" srcOrd="0" destOrd="0" presId="urn:microsoft.com/office/officeart/2005/8/layout/hProcess4"/>
    <dgm:cxn modelId="{E0CD3F42-C78B-4938-848C-D3F96D3ACC38}" type="presParOf" srcId="{6F5C14E0-187D-494B-90A2-A94B14C69C24}" destId="{FB46B282-93E7-4408-8773-5AC628EADA1D}" srcOrd="1" destOrd="0" presId="urn:microsoft.com/office/officeart/2005/8/layout/hProcess4"/>
    <dgm:cxn modelId="{54AF040D-AC09-42D9-9C25-B92D8750300D}" type="presParOf" srcId="{6F5C14E0-187D-494B-90A2-A94B14C69C24}" destId="{DF1CD32D-5CD3-4662-9789-AAEEBE516AA1}" srcOrd="2" destOrd="0" presId="urn:microsoft.com/office/officeart/2005/8/layout/hProcess4"/>
    <dgm:cxn modelId="{2CF080BB-3E37-4AFC-913B-FC147A157982}" type="presParOf" srcId="{6F5C14E0-187D-494B-90A2-A94B14C69C24}" destId="{0373E6C9-E661-4C58-920E-7C11689A49A4}" srcOrd="3" destOrd="0" presId="urn:microsoft.com/office/officeart/2005/8/layout/hProcess4"/>
    <dgm:cxn modelId="{BC67672C-901A-4198-BE55-821F0A78F4BE}" type="presParOf" srcId="{6F5C14E0-187D-494B-90A2-A94B14C69C24}" destId="{55B4C06F-E7F0-47BF-9012-EDDAB11B2177}" srcOrd="4" destOrd="0" presId="urn:microsoft.com/office/officeart/2005/8/layout/hProcess4"/>
    <dgm:cxn modelId="{7F7186AA-6E1B-4276-98D9-0DC0CF5344FB}" type="presParOf" srcId="{FC671327-5671-48CD-847C-486D352FFCE8}" destId="{B3EB6466-7755-437A-A2FD-561E4D7C6187}" srcOrd="3" destOrd="0" presId="urn:microsoft.com/office/officeart/2005/8/layout/hProcess4"/>
    <dgm:cxn modelId="{8C372FD2-2746-451E-87F4-52964AFD3190}" type="presParOf" srcId="{FC671327-5671-48CD-847C-486D352FFCE8}" destId="{4854C51C-FD69-4DB0-BC15-67739175BDFC}" srcOrd="4" destOrd="0" presId="urn:microsoft.com/office/officeart/2005/8/layout/hProcess4"/>
    <dgm:cxn modelId="{CFCAE300-061C-4C56-BE46-630EE73FD633}" type="presParOf" srcId="{4854C51C-FD69-4DB0-BC15-67739175BDFC}" destId="{8EB23FE5-7CB6-47A3-863F-597D1A460EEC}" srcOrd="0" destOrd="0" presId="urn:microsoft.com/office/officeart/2005/8/layout/hProcess4"/>
    <dgm:cxn modelId="{DBCDDEF2-E066-4BDC-87BE-5598665D94E2}" type="presParOf" srcId="{4854C51C-FD69-4DB0-BC15-67739175BDFC}" destId="{2EBFB180-332C-41A9-85EE-83020AC9CED8}" srcOrd="1" destOrd="0" presId="urn:microsoft.com/office/officeart/2005/8/layout/hProcess4"/>
    <dgm:cxn modelId="{F5512D2E-7F9C-4F01-8BCB-DF9C967ECC8B}" type="presParOf" srcId="{4854C51C-FD69-4DB0-BC15-67739175BDFC}" destId="{6D176B16-F95D-4B2F-9F19-449F7CFD400B}" srcOrd="2" destOrd="0" presId="urn:microsoft.com/office/officeart/2005/8/layout/hProcess4"/>
    <dgm:cxn modelId="{81A875C1-FAD9-4838-BA45-F9C8936DF7D0}" type="presParOf" srcId="{4854C51C-FD69-4DB0-BC15-67739175BDFC}" destId="{9CC72EA4-3D81-4194-884A-AEBEA7DD0BD8}" srcOrd="3" destOrd="0" presId="urn:microsoft.com/office/officeart/2005/8/layout/hProcess4"/>
    <dgm:cxn modelId="{85C2E3AB-BF0C-4050-B9AE-91B72D537355}" type="presParOf" srcId="{4854C51C-FD69-4DB0-BC15-67739175BDFC}" destId="{306DA387-3CDE-4499-BBBD-19FA9AA6E445}" srcOrd="4" destOrd="0" presId="urn:microsoft.com/office/officeart/2005/8/layout/hProcess4"/>
    <dgm:cxn modelId="{A6E6AC73-EDD2-4DF9-9420-CFC06C252D1A}" type="presParOf" srcId="{FC671327-5671-48CD-847C-486D352FFCE8}" destId="{4CD98B4A-13AD-4F66-8314-2F1C4510B831}" srcOrd="5" destOrd="0" presId="urn:microsoft.com/office/officeart/2005/8/layout/hProcess4"/>
    <dgm:cxn modelId="{4A6FA020-134F-4111-A5A9-89BF16757AFF}" type="presParOf" srcId="{FC671327-5671-48CD-847C-486D352FFCE8}" destId="{A4393B3D-DDB4-4501-95CC-E1D5C4AD2C41}" srcOrd="6" destOrd="0" presId="urn:microsoft.com/office/officeart/2005/8/layout/hProcess4"/>
    <dgm:cxn modelId="{A4162DDF-5455-41CD-9CF0-C8CBAB15D3C4}" type="presParOf" srcId="{A4393B3D-DDB4-4501-95CC-E1D5C4AD2C41}" destId="{36643B86-B633-4BC1-8468-CDAAC3629141}" srcOrd="0" destOrd="0" presId="urn:microsoft.com/office/officeart/2005/8/layout/hProcess4"/>
    <dgm:cxn modelId="{B4AD7BC6-5C7F-47BD-BDF3-6BD1FCF03338}" type="presParOf" srcId="{A4393B3D-DDB4-4501-95CC-E1D5C4AD2C41}" destId="{57427DA8-3DBD-49FF-ABEB-CBA77F001F3F}" srcOrd="1" destOrd="0" presId="urn:microsoft.com/office/officeart/2005/8/layout/hProcess4"/>
    <dgm:cxn modelId="{CF16CA63-D6AA-48E8-A68C-3206CD474DC4}" type="presParOf" srcId="{A4393B3D-DDB4-4501-95CC-E1D5C4AD2C41}" destId="{6C793A6F-6E45-48FF-BDE0-0AC3A74AE5B2}" srcOrd="2" destOrd="0" presId="urn:microsoft.com/office/officeart/2005/8/layout/hProcess4"/>
    <dgm:cxn modelId="{4A2B177C-442E-4871-92E1-333DE043BFA8}" type="presParOf" srcId="{A4393B3D-DDB4-4501-95CC-E1D5C4AD2C41}" destId="{05CA797F-E19F-4427-AA38-769E6030C559}" srcOrd="3" destOrd="0" presId="urn:microsoft.com/office/officeart/2005/8/layout/hProcess4"/>
    <dgm:cxn modelId="{8AC821FD-12E3-4421-8962-2E31CA26A290}" type="presParOf" srcId="{A4393B3D-DDB4-4501-95CC-E1D5C4AD2C41}" destId="{04ED283B-0EAF-448F-B340-5907EA087D73}" srcOrd="4" destOrd="0" presId="urn:microsoft.com/office/officeart/2005/8/layout/hProcess4"/>
    <dgm:cxn modelId="{DD8B883C-5E06-412B-B87B-51E27515FEB1}" type="presParOf" srcId="{FC671327-5671-48CD-847C-486D352FFCE8}" destId="{0AFE9508-9A56-400D-9794-89F3FD2E9224}" srcOrd="7" destOrd="0" presId="urn:microsoft.com/office/officeart/2005/8/layout/hProcess4"/>
    <dgm:cxn modelId="{3712C57D-8E0F-43B0-ADF4-E53D986D5356}" type="presParOf" srcId="{FC671327-5671-48CD-847C-486D352FFCE8}" destId="{007FCFBC-A43E-4D1A-AAC7-D31452AE1D75}" srcOrd="8" destOrd="0" presId="urn:microsoft.com/office/officeart/2005/8/layout/hProcess4"/>
    <dgm:cxn modelId="{D9A545A1-C900-4812-8D30-857E88A30A7D}" type="presParOf" srcId="{007FCFBC-A43E-4D1A-AAC7-D31452AE1D75}" destId="{E84FCD79-CAC6-420E-AC4D-8370DE73DFAF}" srcOrd="0" destOrd="0" presId="urn:microsoft.com/office/officeart/2005/8/layout/hProcess4"/>
    <dgm:cxn modelId="{DD2EFE47-7824-43EB-99DF-714AB78A1FFD}" type="presParOf" srcId="{007FCFBC-A43E-4D1A-AAC7-D31452AE1D75}" destId="{A44D071B-CCB9-474C-8AFB-AF77F333077E}" srcOrd="1" destOrd="0" presId="urn:microsoft.com/office/officeart/2005/8/layout/hProcess4"/>
    <dgm:cxn modelId="{7F7F6BB5-270C-4E1F-865D-A9697E864DD6}" type="presParOf" srcId="{007FCFBC-A43E-4D1A-AAC7-D31452AE1D75}" destId="{D9A0F058-60FA-4A5B-B6D9-797DDB65CC89}" srcOrd="2" destOrd="0" presId="urn:microsoft.com/office/officeart/2005/8/layout/hProcess4"/>
    <dgm:cxn modelId="{1816EE4E-F271-4DBF-B9F2-4FECEAA315F6}" type="presParOf" srcId="{007FCFBC-A43E-4D1A-AAC7-D31452AE1D75}" destId="{499B5C4C-0FE2-4636-8D52-61CD21665DDA}" srcOrd="3" destOrd="0" presId="urn:microsoft.com/office/officeart/2005/8/layout/hProcess4"/>
    <dgm:cxn modelId="{EF18F1E0-A7A7-42EA-AA13-0E77DA08E130}" type="presParOf" srcId="{007FCFBC-A43E-4D1A-AAC7-D31452AE1D75}" destId="{89098855-120B-4A32-9461-8E8E00EF53F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5BCE2-32CD-40D4-B0AE-A03D64629760}">
      <dsp:nvSpPr>
        <dsp:cNvPr id="0" name=""/>
        <dsp:cNvSpPr/>
      </dsp:nvSpPr>
      <dsp:spPr>
        <a:xfrm>
          <a:off x="5572" y="1301490"/>
          <a:ext cx="1248358" cy="10296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rtl="0">
            <a:lnSpc>
              <a:spcPct val="90000"/>
            </a:lnSpc>
            <a:spcBef>
              <a:spcPct val="0"/>
            </a:spcBef>
            <a:spcAft>
              <a:spcPct val="15000"/>
            </a:spcAft>
            <a:buFont typeface="Arial" panose="020B0604020202020204" pitchFamily="34" charset="0"/>
            <a:buNone/>
          </a:pPr>
          <a:r>
            <a:rPr lang="en-AU" sz="1200" kern="1200">
              <a:solidFill>
                <a:schemeClr val="tx1"/>
              </a:solidFill>
              <a:latin typeface="Calibri"/>
              <a:ea typeface="Calibri"/>
              <a:cs typeface="Calibri"/>
            </a:rPr>
            <a:t>BNI approved – Dec </a:t>
          </a:r>
          <a:r>
            <a:rPr lang="en-AU" sz="1100" kern="1200">
              <a:solidFill>
                <a:schemeClr val="tx1"/>
              </a:solidFill>
              <a:latin typeface="Calibri"/>
              <a:ea typeface="Calibri"/>
              <a:cs typeface="Calibri"/>
            </a:rPr>
            <a:t>‘</a:t>
          </a:r>
          <a:r>
            <a:rPr lang="en-AU" sz="1200" kern="1200">
              <a:solidFill>
                <a:schemeClr val="tx1"/>
              </a:solidFill>
              <a:latin typeface="Calibri"/>
              <a:ea typeface="Calibri"/>
              <a:cs typeface="Calibri"/>
            </a:rPr>
            <a:t>25 </a:t>
          </a:r>
        </a:p>
      </dsp:txBody>
      <dsp:txXfrm>
        <a:off x="29267" y="1325185"/>
        <a:ext cx="1200968" cy="761608"/>
      </dsp:txXfrm>
    </dsp:sp>
    <dsp:sp modelId="{542EB409-B156-4B16-86E2-9A2021518A7A}">
      <dsp:nvSpPr>
        <dsp:cNvPr id="0" name=""/>
        <dsp:cNvSpPr/>
      </dsp:nvSpPr>
      <dsp:spPr>
        <a:xfrm>
          <a:off x="707292" y="1575667"/>
          <a:ext cx="1408017" cy="1408017"/>
        </a:xfrm>
        <a:prstGeom prst="leftCircularArrow">
          <a:avLst>
            <a:gd name="adj1" fmla="val 3373"/>
            <a:gd name="adj2" fmla="val 417242"/>
            <a:gd name="adj3" fmla="val 2258368"/>
            <a:gd name="adj4" fmla="val 9090104"/>
            <a:gd name="adj5" fmla="val 39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3A4C18-DAC8-4E88-99E1-A941EB997A7F}">
      <dsp:nvSpPr>
        <dsp:cNvPr id="0" name=""/>
        <dsp:cNvSpPr/>
      </dsp:nvSpPr>
      <dsp:spPr>
        <a:xfrm>
          <a:off x="282985" y="2071215"/>
          <a:ext cx="1109652" cy="5198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AU" sz="1200" kern="1200"/>
            <a:t>BNI</a:t>
          </a:r>
        </a:p>
      </dsp:txBody>
      <dsp:txXfrm>
        <a:off x="298210" y="2086440"/>
        <a:ext cx="1079202" cy="489368"/>
      </dsp:txXfrm>
    </dsp:sp>
    <dsp:sp modelId="{FB46B282-93E7-4408-8773-5AC628EADA1D}">
      <dsp:nvSpPr>
        <dsp:cNvPr id="0" name=""/>
        <dsp:cNvSpPr/>
      </dsp:nvSpPr>
      <dsp:spPr>
        <a:xfrm>
          <a:off x="1618789" y="1362423"/>
          <a:ext cx="1248358" cy="10296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None/>
          </a:pPr>
          <a:r>
            <a:rPr lang="en-AU" sz="1200" kern="1200">
              <a:latin typeface="Calibri" panose="020F0502020204030204" pitchFamily="34" charset="0"/>
              <a:ea typeface="Calibri" panose="020F0502020204030204" pitchFamily="34" charset="0"/>
              <a:cs typeface="Calibri" panose="020F0502020204030204" pitchFamily="34" charset="0"/>
            </a:rPr>
            <a:t>Feb-Mar ‘26</a:t>
          </a:r>
        </a:p>
      </dsp:txBody>
      <dsp:txXfrm>
        <a:off x="1642484" y="1606754"/>
        <a:ext cx="1200968" cy="761608"/>
      </dsp:txXfrm>
    </dsp:sp>
    <dsp:sp modelId="{B3EB6466-7755-437A-A2FD-561E4D7C6187}">
      <dsp:nvSpPr>
        <dsp:cNvPr id="0" name=""/>
        <dsp:cNvSpPr/>
      </dsp:nvSpPr>
      <dsp:spPr>
        <a:xfrm>
          <a:off x="2304074" y="637119"/>
          <a:ext cx="1567292" cy="1567292"/>
        </a:xfrm>
        <a:prstGeom prst="circularArrow">
          <a:avLst>
            <a:gd name="adj1" fmla="val 3030"/>
            <a:gd name="adj2" fmla="val 371814"/>
            <a:gd name="adj3" fmla="val 19452675"/>
            <a:gd name="adj4" fmla="val 12575511"/>
            <a:gd name="adj5" fmla="val 35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73E6C9-E661-4C58-920E-7C11689A49A4}">
      <dsp:nvSpPr>
        <dsp:cNvPr id="0" name=""/>
        <dsp:cNvSpPr/>
      </dsp:nvSpPr>
      <dsp:spPr>
        <a:xfrm>
          <a:off x="1896202" y="1059194"/>
          <a:ext cx="1109652" cy="60645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AU" sz="1200" kern="1200"/>
            <a:t>Discovery</a:t>
          </a:r>
          <a:endParaRPr lang="en-AU" sz="1400" kern="1200"/>
        </a:p>
      </dsp:txBody>
      <dsp:txXfrm>
        <a:off x="1913965" y="1076957"/>
        <a:ext cx="1074126" cy="570931"/>
      </dsp:txXfrm>
    </dsp:sp>
    <dsp:sp modelId="{2EBFB180-332C-41A9-85EE-83020AC9CED8}">
      <dsp:nvSpPr>
        <dsp:cNvPr id="0" name=""/>
        <dsp:cNvSpPr/>
      </dsp:nvSpPr>
      <dsp:spPr>
        <a:xfrm>
          <a:off x="3232005" y="1279830"/>
          <a:ext cx="1248358" cy="10296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None/>
          </a:pPr>
          <a:r>
            <a:rPr lang="en-AU" sz="1200" kern="1200">
              <a:latin typeface="Calibri" panose="020F0502020204030204" pitchFamily="34" charset="0"/>
              <a:ea typeface="Calibri" panose="020F0502020204030204" pitchFamily="34" charset="0"/>
              <a:cs typeface="Calibri" panose="020F0502020204030204" pitchFamily="34" charset="0"/>
            </a:rPr>
            <a:t>Feb-Mar ‘26 </a:t>
          </a:r>
        </a:p>
      </dsp:txBody>
      <dsp:txXfrm>
        <a:off x="3255700" y="1303525"/>
        <a:ext cx="1200968" cy="761608"/>
      </dsp:txXfrm>
    </dsp:sp>
    <dsp:sp modelId="{4CD98B4A-13AD-4F66-8314-2F1C4510B831}">
      <dsp:nvSpPr>
        <dsp:cNvPr id="0" name=""/>
        <dsp:cNvSpPr/>
      </dsp:nvSpPr>
      <dsp:spPr>
        <a:xfrm>
          <a:off x="3911606" y="1520329"/>
          <a:ext cx="1469156" cy="1469156"/>
        </a:xfrm>
        <a:prstGeom prst="leftCircularArrow">
          <a:avLst>
            <a:gd name="adj1" fmla="val 3233"/>
            <a:gd name="adj2" fmla="val 398550"/>
            <a:gd name="adj3" fmla="val 2054541"/>
            <a:gd name="adj4" fmla="val 8904970"/>
            <a:gd name="adj5" fmla="val 377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CC72EA4-3D81-4194-884A-AEBEA7DD0BD8}">
      <dsp:nvSpPr>
        <dsp:cNvPr id="0" name=""/>
        <dsp:cNvSpPr/>
      </dsp:nvSpPr>
      <dsp:spPr>
        <a:xfrm>
          <a:off x="3456766" y="2006236"/>
          <a:ext cx="1214957" cy="60645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AU" sz="1200" kern="1200"/>
            <a:t>Physical Server Approach</a:t>
          </a:r>
        </a:p>
      </dsp:txBody>
      <dsp:txXfrm>
        <a:off x="3474529" y="2023999"/>
        <a:ext cx="1179431" cy="570931"/>
      </dsp:txXfrm>
    </dsp:sp>
    <dsp:sp modelId="{57427DA8-3DBD-49FF-ABEB-CBA77F001F3F}">
      <dsp:nvSpPr>
        <dsp:cNvPr id="0" name=""/>
        <dsp:cNvSpPr/>
      </dsp:nvSpPr>
      <dsp:spPr>
        <a:xfrm>
          <a:off x="4897875" y="1321126"/>
          <a:ext cx="1248358" cy="10296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None/>
          </a:pPr>
          <a:r>
            <a:rPr lang="en-AU" sz="1200" kern="1200">
              <a:latin typeface="Calibri" panose="020F0502020204030204" pitchFamily="34" charset="0"/>
              <a:ea typeface="Calibri" panose="020F0502020204030204" pitchFamily="34" charset="0"/>
              <a:cs typeface="Calibri" panose="020F0502020204030204" pitchFamily="34" charset="0"/>
            </a:rPr>
            <a:t>Two phased approach</a:t>
          </a:r>
        </a:p>
      </dsp:txBody>
      <dsp:txXfrm>
        <a:off x="4921570" y="1565457"/>
        <a:ext cx="1200968" cy="761608"/>
      </dsp:txXfrm>
    </dsp:sp>
    <dsp:sp modelId="{0AFE9508-9A56-400D-9794-89F3FD2E9224}">
      <dsp:nvSpPr>
        <dsp:cNvPr id="0" name=""/>
        <dsp:cNvSpPr/>
      </dsp:nvSpPr>
      <dsp:spPr>
        <a:xfrm>
          <a:off x="5583161" y="678416"/>
          <a:ext cx="1567292" cy="1567292"/>
        </a:xfrm>
        <a:prstGeom prst="circularArrow">
          <a:avLst>
            <a:gd name="adj1" fmla="val 3030"/>
            <a:gd name="adj2" fmla="val 371814"/>
            <a:gd name="adj3" fmla="val 19452675"/>
            <a:gd name="adj4" fmla="val 12575511"/>
            <a:gd name="adj5" fmla="val 353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CA797F-E19F-4427-AA38-769E6030C559}">
      <dsp:nvSpPr>
        <dsp:cNvPr id="0" name=""/>
        <dsp:cNvSpPr/>
      </dsp:nvSpPr>
      <dsp:spPr>
        <a:xfrm>
          <a:off x="5175288" y="1100490"/>
          <a:ext cx="1109652" cy="4412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AU" sz="1200" kern="1200"/>
            <a:t>Lean Canvas – March</a:t>
          </a:r>
        </a:p>
      </dsp:txBody>
      <dsp:txXfrm>
        <a:off x="5188212" y="1113414"/>
        <a:ext cx="1083804" cy="415424"/>
      </dsp:txXfrm>
    </dsp:sp>
    <dsp:sp modelId="{A44D071B-CCB9-474C-8AFB-AF77F333077E}">
      <dsp:nvSpPr>
        <dsp:cNvPr id="0" name=""/>
        <dsp:cNvSpPr/>
      </dsp:nvSpPr>
      <dsp:spPr>
        <a:xfrm>
          <a:off x="6511092" y="1321126"/>
          <a:ext cx="1248358" cy="102963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None/>
          </a:pPr>
          <a:r>
            <a:rPr lang="en-AU" sz="1200" kern="1200">
              <a:latin typeface="Calibri" panose="020F0502020204030204" pitchFamily="34" charset="0"/>
              <a:ea typeface="Calibri" panose="020F0502020204030204" pitchFamily="34" charset="0"/>
              <a:cs typeface="Calibri" panose="020F0502020204030204" pitchFamily="34" charset="0"/>
            </a:rPr>
            <a:t>Explore AIS Path</a:t>
          </a:r>
        </a:p>
      </dsp:txBody>
      <dsp:txXfrm>
        <a:off x="6534787" y="1344821"/>
        <a:ext cx="1200968" cy="761608"/>
      </dsp:txXfrm>
    </dsp:sp>
    <dsp:sp modelId="{499B5C4C-0FE2-4636-8D52-61CD21665DDA}">
      <dsp:nvSpPr>
        <dsp:cNvPr id="0" name=""/>
        <dsp:cNvSpPr/>
      </dsp:nvSpPr>
      <dsp:spPr>
        <a:xfrm>
          <a:off x="6788505" y="2130125"/>
          <a:ext cx="1109652" cy="4412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AU" sz="1200" kern="1200"/>
            <a:t>Lean Canvas - April</a:t>
          </a:r>
        </a:p>
      </dsp:txBody>
      <dsp:txXfrm>
        <a:off x="6801429" y="2143049"/>
        <a:ext cx="1083804" cy="41542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B6314-8288-4FA7-B3C4-2680BC64C0FA}" type="datetimeFigureOut">
              <a:rPr lang="en-AU" smtClean="0"/>
              <a:t>5/05/2026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73E4DD-77B5-4865-BDE1-7FCA96646869}" type="slidenum">
              <a:rPr lang="en-AU" smtClean="0"/>
              <a:t>‹#›</a:t>
            </a:fld>
            <a:endParaRPr lang="en-AU"/>
          </a:p>
        </p:txBody>
      </p:sp>
    </p:spTree>
    <p:extLst>
      <p:ext uri="{BB962C8B-B14F-4D97-AF65-F5344CB8AC3E}">
        <p14:creationId xmlns:p14="http://schemas.microsoft.com/office/powerpoint/2010/main" val="2510769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a:p>
            <a:r>
              <a:rPr lang="en-AU"/>
              <a:t>AIS Architecture document: https://inflo.mwc.melbournewater.com.au/inflo/llisapi.dll/properties/69920714</a:t>
            </a:r>
          </a:p>
          <a:p>
            <a:endParaRPr lang="en-AU"/>
          </a:p>
        </p:txBody>
      </p:sp>
      <p:sp>
        <p:nvSpPr>
          <p:cNvPr id="4" name="Slide Number Placeholder 3"/>
          <p:cNvSpPr>
            <a:spLocks noGrp="1"/>
          </p:cNvSpPr>
          <p:nvPr>
            <p:ph type="sldNum" sz="quarter" idx="5"/>
          </p:nvPr>
        </p:nvSpPr>
        <p:spPr/>
        <p:txBody>
          <a:bodyPr/>
          <a:lstStyle/>
          <a:p>
            <a:fld id="{EA73E4DD-77B5-4865-BDE1-7FCA96646869}" type="slidenum">
              <a:rPr lang="en-AU" smtClean="0"/>
              <a:t>8</a:t>
            </a:fld>
            <a:endParaRPr lang="en-AU"/>
          </a:p>
        </p:txBody>
      </p:sp>
    </p:spTree>
    <p:extLst>
      <p:ext uri="{BB962C8B-B14F-4D97-AF65-F5344CB8AC3E}">
        <p14:creationId xmlns:p14="http://schemas.microsoft.com/office/powerpoint/2010/main" val="3020301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EA73E4DD-77B5-4865-BDE1-7FCA96646869}" type="slidenum">
              <a:rPr lang="en-AU" smtClean="0"/>
              <a:t>10</a:t>
            </a:fld>
            <a:endParaRPr lang="en-AU"/>
          </a:p>
        </p:txBody>
      </p:sp>
    </p:spTree>
    <p:extLst>
      <p:ext uri="{BB962C8B-B14F-4D97-AF65-F5344CB8AC3E}">
        <p14:creationId xmlns:p14="http://schemas.microsoft.com/office/powerpoint/2010/main" val="3563379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51B7-A1A6-E3E6-C612-6F0D180D4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24C76-D5B3-EF09-A0E4-FF6898D809D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18ECCF6-DB56-6875-D4D0-CD43A0F3ED5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C9866A5-2698-A9E2-DA08-213C99FA08EF}"/>
              </a:ext>
            </a:extLst>
          </p:cNvPr>
          <p:cNvSpPr>
            <a:spLocks noGrp="1"/>
          </p:cNvSpPr>
          <p:nvPr>
            <p:ph type="sldNum" sz="quarter" idx="5"/>
          </p:nvPr>
        </p:nvSpPr>
        <p:spPr/>
        <p:txBody>
          <a:bodyPr/>
          <a:lstStyle/>
          <a:p>
            <a:fld id="{EA73E4DD-77B5-4865-BDE1-7FCA96646869}" type="slidenum">
              <a:rPr lang="en-AU" smtClean="0"/>
              <a:t>11</a:t>
            </a:fld>
            <a:endParaRPr lang="en-AU"/>
          </a:p>
        </p:txBody>
      </p:sp>
    </p:spTree>
    <p:extLst>
      <p:ext uri="{BB962C8B-B14F-4D97-AF65-F5344CB8AC3E}">
        <p14:creationId xmlns:p14="http://schemas.microsoft.com/office/powerpoint/2010/main" val="494945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1">
    <p:bg>
      <p:bgPr>
        <a:solidFill>
          <a:schemeClr val="bg1">
            <a:lumMod val="50000"/>
          </a:schemeClr>
        </a:solidFill>
        <a:effectLst/>
      </p:bgPr>
    </p:bg>
    <p:spTree>
      <p:nvGrpSpPr>
        <p:cNvPr id="1" name=""/>
        <p:cNvGrpSpPr/>
        <p:nvPr/>
      </p:nvGrpSpPr>
      <p:grpSpPr>
        <a:xfrm>
          <a:off x="0" y="0"/>
          <a:ext cx="0" cy="0"/>
          <a:chOff x="0" y="0"/>
          <a:chExt cx="0" cy="0"/>
        </a:xfrm>
      </p:grpSpPr>
      <p:sp>
        <p:nvSpPr>
          <p:cNvPr id="27" name="Rectangle 26">
            <a:extLst>
              <a:ext uri="{C183D7F6-B498-43B3-948B-1728B52AA6E4}">
                <adec:decorative xmlns:adec="http://schemas.microsoft.com/office/drawing/2017/decorative" val="1"/>
              </a:ext>
            </a:extLst>
          </p:cNvPr>
          <p:cNvSpPr/>
          <p:nvPr userDrawn="1"/>
        </p:nvSpPr>
        <p:spPr>
          <a:xfrm>
            <a:off x="0" y="0"/>
            <a:ext cx="9144000" cy="19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8" name="Rectangle 27">
            <a:extLst>
              <a:ext uri="{C183D7F6-B498-43B3-948B-1728B52AA6E4}">
                <adec:decorative xmlns:adec="http://schemas.microsoft.com/office/drawing/2017/decorative" val="1"/>
              </a:ext>
            </a:extLst>
          </p:cNvPr>
          <p:cNvSpPr/>
          <p:nvPr userDrawn="1"/>
        </p:nvSpPr>
        <p:spPr>
          <a:xfrm>
            <a:off x="0" y="4522500"/>
            <a:ext cx="9144000" cy="62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9" name="Rectangle 28">
            <a:extLst>
              <a:ext uri="{C183D7F6-B498-43B3-948B-1728B52AA6E4}">
                <adec:decorative xmlns:adec="http://schemas.microsoft.com/office/drawing/2017/decorative" val="1"/>
              </a:ext>
            </a:extLst>
          </p:cNvPr>
          <p:cNvSpPr/>
          <p:nvPr userDrawn="1"/>
        </p:nvSpPr>
        <p:spPr>
          <a:xfrm>
            <a:off x="0" y="3295963"/>
            <a:ext cx="9144000" cy="100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0" name="Title 1"/>
          <p:cNvSpPr>
            <a:spLocks noGrp="1"/>
          </p:cNvSpPr>
          <p:nvPr>
            <p:ph type="ctrTitle"/>
          </p:nvPr>
        </p:nvSpPr>
        <p:spPr>
          <a:xfrm>
            <a:off x="338877" y="3330824"/>
            <a:ext cx="8280000" cy="486102"/>
          </a:xfrm>
        </p:spPr>
        <p:txBody>
          <a:bodyPr lIns="36000" tIns="36000" rIns="36000" bIns="36000" anchor="b" anchorCtr="0">
            <a:noAutofit/>
          </a:bodyPr>
          <a:lstStyle>
            <a:lvl1pPr algn="l">
              <a:lnSpc>
                <a:spcPct val="90000"/>
              </a:lnSpc>
              <a:defRPr sz="1800" b="1">
                <a:solidFill>
                  <a:schemeClr val="bg1"/>
                </a:solidFill>
                <a:latin typeface="+mn-lt"/>
              </a:defRPr>
            </a:lvl1pPr>
          </a:lstStyle>
          <a:p>
            <a:r>
              <a:rPr lang="en-US"/>
              <a:t>Click to edit Master title style</a:t>
            </a:r>
            <a:endParaRPr lang="en-AU"/>
          </a:p>
        </p:txBody>
      </p:sp>
      <p:sp>
        <p:nvSpPr>
          <p:cNvPr id="11" name="Subtitle 2"/>
          <p:cNvSpPr>
            <a:spLocks noGrp="1"/>
          </p:cNvSpPr>
          <p:nvPr>
            <p:ph type="subTitle" idx="1"/>
          </p:nvPr>
        </p:nvSpPr>
        <p:spPr>
          <a:xfrm>
            <a:off x="338877" y="3787477"/>
            <a:ext cx="8280000" cy="284177"/>
          </a:xfrm>
        </p:spPr>
        <p:txBody>
          <a:bodyPr lIns="36000" tIns="36000" rIns="36000" bIns="36000">
            <a:noAutofit/>
          </a:bodyPr>
          <a:lstStyle>
            <a:lvl1pPr marL="0" indent="0" algn="l">
              <a:lnSpc>
                <a:spcPct val="95000"/>
              </a:lnSpc>
              <a:spcBef>
                <a:spcPts val="0"/>
              </a:spcBef>
              <a:buNone/>
              <a:defRPr sz="1200" b="0">
                <a:solidFill>
                  <a:schemeClr val="bg1"/>
                </a:solidFill>
                <a:latin typeface="+mn-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AU"/>
          </a:p>
        </p:txBody>
      </p:sp>
      <p:sp>
        <p:nvSpPr>
          <p:cNvPr id="7" name="Text Placeholder 6"/>
          <p:cNvSpPr>
            <a:spLocks noGrp="1"/>
          </p:cNvSpPr>
          <p:nvPr>
            <p:ph type="body" sz="quarter" idx="10" hasCustomPrompt="1"/>
          </p:nvPr>
        </p:nvSpPr>
        <p:spPr>
          <a:xfrm>
            <a:off x="343277" y="3993444"/>
            <a:ext cx="8280000" cy="216000"/>
          </a:xfrm>
        </p:spPr>
        <p:txBody>
          <a:bodyPr/>
          <a:lstStyle>
            <a:lvl1pPr>
              <a:defRPr sz="900">
                <a:solidFill>
                  <a:schemeClr val="bg1"/>
                </a:solidFill>
              </a:defRPr>
            </a:lvl1pPr>
          </a:lstStyle>
          <a:p>
            <a:pPr lvl="0"/>
            <a:r>
              <a:rPr lang="en-US"/>
              <a:t>Insert date</a:t>
            </a:r>
            <a:endParaRPr lang="en-AU"/>
          </a:p>
        </p:txBody>
      </p:sp>
      <p:sp>
        <p:nvSpPr>
          <p:cNvPr id="30" name="Rectangle 29">
            <a:extLst>
              <a:ext uri="{C183D7F6-B498-43B3-948B-1728B52AA6E4}">
                <adec:decorative xmlns:adec="http://schemas.microsoft.com/office/drawing/2017/decorative" val="1"/>
              </a:ext>
            </a:extLst>
          </p:cNvPr>
          <p:cNvSpPr/>
          <p:nvPr userDrawn="1"/>
        </p:nvSpPr>
        <p:spPr>
          <a:xfrm>
            <a:off x="0" y="4306500"/>
            <a:ext cx="9144000" cy="1080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31" name="Rectangle 30">
            <a:extLst>
              <a:ext uri="{C183D7F6-B498-43B3-948B-1728B52AA6E4}">
                <adec:decorative xmlns:adec="http://schemas.microsoft.com/office/drawing/2017/decorative" val="1"/>
              </a:ext>
            </a:extLst>
          </p:cNvPr>
          <p:cNvSpPr/>
          <p:nvPr userDrawn="1"/>
        </p:nvSpPr>
        <p:spPr>
          <a:xfrm>
            <a:off x="0" y="4414500"/>
            <a:ext cx="9144000" cy="1080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5" name="Rectangle 24">
            <a:extLst>
              <a:ext uri="{C183D7F6-B498-43B3-948B-1728B52AA6E4}">
                <adec:decorative xmlns:adec="http://schemas.microsoft.com/office/drawing/2017/decorative" val="1"/>
              </a:ext>
            </a:extLst>
          </p:cNvPr>
          <p:cNvSpPr/>
          <p:nvPr userDrawn="1"/>
        </p:nvSpPr>
        <p:spPr>
          <a:xfrm>
            <a:off x="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6" name="Rectangle 25">
            <a:extLst>
              <a:ext uri="{C183D7F6-B498-43B3-948B-1728B52AA6E4}">
                <adec:decorative xmlns:adec="http://schemas.microsoft.com/office/drawing/2017/decorative" val="1"/>
              </a:ext>
            </a:extLst>
          </p:cNvPr>
          <p:cNvSpPr/>
          <p:nvPr userDrawn="1"/>
        </p:nvSpPr>
        <p:spPr>
          <a:xfrm>
            <a:off x="894600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5" name="object 8" descr="Victoria State Government logo"/>
          <p:cNvSpPr>
            <a:spLocks noChangeAspect="1"/>
          </p:cNvSpPr>
          <p:nvPr userDrawn="1"/>
        </p:nvSpPr>
        <p:spPr>
          <a:xfrm>
            <a:off x="360000" y="4640850"/>
            <a:ext cx="540000" cy="305933"/>
          </a:xfrm>
          <a:prstGeom prst="rect">
            <a:avLst/>
          </a:prstGeom>
          <a:blipFill>
            <a:blip r:embed="rId2" cstate="print"/>
            <a:stretch>
              <a:fillRect/>
            </a:stretch>
          </a:blipFill>
        </p:spPr>
        <p:txBody>
          <a:bodyPr wrap="square" lIns="0" tIns="0" rIns="0" bIns="0" rtlCol="0"/>
          <a:lstStyle/>
          <a:p>
            <a:endParaRPr/>
          </a:p>
        </p:txBody>
      </p:sp>
      <p:pic>
        <p:nvPicPr>
          <p:cNvPr id="16" name="Picture 15" descr=" Melbourne Water logo"/>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38400" y="4644112"/>
            <a:ext cx="1089722" cy="378000"/>
          </a:xfrm>
          <a:prstGeom prst="rect">
            <a:avLst/>
          </a:prstGeom>
        </p:spPr>
      </p:pic>
      <p:pic>
        <p:nvPicPr>
          <p:cNvPr id="4" name="Picture 3">
            <a:extLst>
              <a:ext uri="{FF2B5EF4-FFF2-40B4-BE49-F238E27FC236}">
                <a16:creationId xmlns:a16="http://schemas.microsoft.com/office/drawing/2014/main" id="{82D696AE-FD9D-44F0-B410-63A8F0C04553}"/>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0"/>
            <a:ext cx="2084836" cy="3108966"/>
          </a:xfrm>
          <a:prstGeom prst="rect">
            <a:avLst/>
          </a:prstGeom>
        </p:spPr>
      </p:pic>
    </p:spTree>
    <p:extLst>
      <p:ext uri="{BB962C8B-B14F-4D97-AF65-F5344CB8AC3E}">
        <p14:creationId xmlns:p14="http://schemas.microsoft.com/office/powerpoint/2010/main" val="9561270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p:bgPr>
        <a:solidFill>
          <a:schemeClr val="bg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800126-F5D9-4CAB-9532-C81ABB45013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8000" y="198000"/>
            <a:ext cx="5169419" cy="4294641"/>
          </a:xfrm>
          <a:prstGeom prst="rect">
            <a:avLst/>
          </a:prstGeom>
        </p:spPr>
      </p:pic>
      <p:sp>
        <p:nvSpPr>
          <p:cNvPr id="16" name="Rectangle 15">
            <a:extLst>
              <a:ext uri="{C183D7F6-B498-43B3-948B-1728B52AA6E4}">
                <adec:decorative xmlns:adec="http://schemas.microsoft.com/office/drawing/2017/decorative" val="1"/>
              </a:ext>
            </a:extLst>
          </p:cNvPr>
          <p:cNvSpPr/>
          <p:nvPr userDrawn="1"/>
        </p:nvSpPr>
        <p:spPr>
          <a:xfrm>
            <a:off x="894600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Rectangle 8">
            <a:extLst>
              <a:ext uri="{C183D7F6-B498-43B3-948B-1728B52AA6E4}">
                <adec:decorative xmlns:adec="http://schemas.microsoft.com/office/drawing/2017/decorative" val="1"/>
              </a:ext>
            </a:extLst>
          </p:cNvPr>
          <p:cNvSpPr/>
          <p:nvPr userDrawn="1"/>
        </p:nvSpPr>
        <p:spPr>
          <a:xfrm>
            <a:off x="0" y="4522500"/>
            <a:ext cx="9144000" cy="62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4" name="Rectangle 13">
            <a:extLst>
              <a:ext uri="{C183D7F6-B498-43B3-948B-1728B52AA6E4}">
                <adec:decorative xmlns:adec="http://schemas.microsoft.com/office/drawing/2017/decorative" val="1"/>
              </a:ext>
            </a:extLst>
          </p:cNvPr>
          <p:cNvSpPr/>
          <p:nvPr userDrawn="1"/>
        </p:nvSpPr>
        <p:spPr>
          <a:xfrm>
            <a:off x="0" y="0"/>
            <a:ext cx="9144000" cy="19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5" name="Rectangle 14">
            <a:extLst>
              <a:ext uri="{C183D7F6-B498-43B3-948B-1728B52AA6E4}">
                <adec:decorative xmlns:adec="http://schemas.microsoft.com/office/drawing/2017/decorative" val="1"/>
              </a:ext>
            </a:extLst>
          </p:cNvPr>
          <p:cNvSpPr/>
          <p:nvPr userDrawn="1"/>
        </p:nvSpPr>
        <p:spPr>
          <a:xfrm>
            <a:off x="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0" name="Title 1"/>
          <p:cNvSpPr>
            <a:spLocks noGrp="1"/>
          </p:cNvSpPr>
          <p:nvPr>
            <p:ph type="ctrTitle"/>
          </p:nvPr>
        </p:nvSpPr>
        <p:spPr>
          <a:xfrm>
            <a:off x="522000" y="364499"/>
            <a:ext cx="2808000" cy="1488015"/>
          </a:xfrm>
        </p:spPr>
        <p:txBody>
          <a:bodyPr lIns="36000" tIns="36000" rIns="36000" bIns="36000" anchor="t" anchorCtr="0">
            <a:noAutofit/>
          </a:bodyPr>
          <a:lstStyle>
            <a:lvl1pPr algn="l">
              <a:lnSpc>
                <a:spcPct val="90000"/>
              </a:lnSpc>
              <a:defRPr sz="2400" b="1">
                <a:solidFill>
                  <a:schemeClr val="bg1"/>
                </a:solidFill>
                <a:latin typeface="+mn-lt"/>
              </a:defRPr>
            </a:lvl1pPr>
          </a:lstStyle>
          <a:p>
            <a:r>
              <a:rPr lang="en-US"/>
              <a:t>Click to edit Master title style</a:t>
            </a:r>
            <a:endParaRPr lang="en-AU"/>
          </a:p>
        </p:txBody>
      </p:sp>
      <p:sp>
        <p:nvSpPr>
          <p:cNvPr id="11" name="Subtitle 2"/>
          <p:cNvSpPr>
            <a:spLocks noGrp="1"/>
          </p:cNvSpPr>
          <p:nvPr>
            <p:ph type="subTitle" idx="1"/>
          </p:nvPr>
        </p:nvSpPr>
        <p:spPr>
          <a:xfrm>
            <a:off x="522000" y="1866015"/>
            <a:ext cx="2808000" cy="621000"/>
          </a:xfrm>
        </p:spPr>
        <p:txBody>
          <a:bodyPr lIns="36000" tIns="36000" rIns="36000" bIns="36000">
            <a:noAutofit/>
          </a:bodyPr>
          <a:lstStyle>
            <a:lvl1pPr marL="0" indent="0" algn="l">
              <a:lnSpc>
                <a:spcPct val="95000"/>
              </a:lnSpc>
              <a:spcBef>
                <a:spcPts val="0"/>
              </a:spcBef>
              <a:buNone/>
              <a:defRPr sz="1600" b="1">
                <a:solidFill>
                  <a:schemeClr val="bg1"/>
                </a:solidFill>
                <a:latin typeface="+mn-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AU"/>
          </a:p>
        </p:txBody>
      </p:sp>
      <p:sp>
        <p:nvSpPr>
          <p:cNvPr id="12" name="Text Placeholder 7"/>
          <p:cNvSpPr>
            <a:spLocks noGrp="1"/>
          </p:cNvSpPr>
          <p:nvPr>
            <p:ph type="body" sz="quarter" idx="13" hasCustomPrompt="1"/>
          </p:nvPr>
        </p:nvSpPr>
        <p:spPr>
          <a:xfrm>
            <a:off x="522000" y="2500515"/>
            <a:ext cx="2808000" cy="378000"/>
          </a:xfrm>
        </p:spPr>
        <p:txBody>
          <a:bodyPr lIns="36000" tIns="36000" rIns="36000" bIns="36000">
            <a:noAutofit/>
          </a:bodyPr>
          <a:lstStyle>
            <a:lvl1pPr marL="0" indent="0">
              <a:lnSpc>
                <a:spcPct val="100000"/>
              </a:lnSpc>
              <a:spcBef>
                <a:spcPts val="0"/>
              </a:spcBef>
              <a:buFontTx/>
              <a:buNone/>
              <a:defRPr sz="1200" b="1" baseline="0">
                <a:solidFill>
                  <a:schemeClr val="bg1"/>
                </a:solidFill>
                <a:latin typeface="+mn-lt"/>
              </a:defRPr>
            </a:lvl1pPr>
          </a:lstStyle>
          <a:p>
            <a:pPr lvl="0"/>
            <a:r>
              <a:rPr lang="en-US"/>
              <a:t>Insert Date</a:t>
            </a:r>
            <a:endParaRPr lang="en-AU"/>
          </a:p>
        </p:txBody>
      </p:sp>
      <p:sp>
        <p:nvSpPr>
          <p:cNvPr id="17" name="object 8" descr="Victoria State Government logo"/>
          <p:cNvSpPr>
            <a:spLocks noChangeAspect="1"/>
          </p:cNvSpPr>
          <p:nvPr userDrawn="1"/>
        </p:nvSpPr>
        <p:spPr>
          <a:xfrm>
            <a:off x="360000" y="4640850"/>
            <a:ext cx="540000" cy="305933"/>
          </a:xfrm>
          <a:prstGeom prst="rect">
            <a:avLst/>
          </a:prstGeom>
          <a:blipFill>
            <a:blip r:embed="rId3" cstate="print"/>
            <a:stretch>
              <a:fillRect/>
            </a:stretch>
          </a:blipFill>
        </p:spPr>
        <p:txBody>
          <a:bodyPr wrap="square" lIns="0" tIns="0" rIns="0" bIns="0" rtlCol="0"/>
          <a:lstStyle/>
          <a:p>
            <a:endParaRPr/>
          </a:p>
        </p:txBody>
      </p:sp>
      <p:pic>
        <p:nvPicPr>
          <p:cNvPr id="18" name="Picture 17" descr="Melbourne Water logo"/>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538400" y="4644112"/>
            <a:ext cx="1089722" cy="378000"/>
          </a:xfrm>
          <a:prstGeom prst="rect">
            <a:avLst/>
          </a:prstGeom>
        </p:spPr>
      </p:pic>
    </p:spTree>
    <p:extLst>
      <p:ext uri="{BB962C8B-B14F-4D97-AF65-F5344CB8AC3E}">
        <p14:creationId xmlns:p14="http://schemas.microsoft.com/office/powerpoint/2010/main" val="75505027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5" name="Content Placeholder 4"/>
          <p:cNvSpPr>
            <a:spLocks noGrp="1"/>
          </p:cNvSpPr>
          <p:nvPr>
            <p:ph sz="quarter" idx="13"/>
          </p:nvPr>
        </p:nvSpPr>
        <p:spPr>
          <a:xfrm>
            <a:off x="720725" y="1080000"/>
            <a:ext cx="7702550" cy="36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Footer Placeholder 7"/>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7" name="Date Placeholder 6"/>
          <p:cNvSpPr>
            <a:spLocks noGrp="1"/>
          </p:cNvSpPr>
          <p:nvPr>
            <p:ph type="dt" sz="half" idx="10"/>
          </p:nvPr>
        </p:nvSpPr>
        <p:spPr/>
        <p:txBody>
          <a:bodyPr/>
          <a:lstStyle/>
          <a:p>
            <a:fld id="{FCB5B1E3-39EA-4574-98B6-D82E0104A019}" type="datetime1">
              <a:rPr lang="en-AU" smtClean="0"/>
              <a:t>5/05/2026</a:t>
            </a:fld>
            <a:endParaRPr lang="en-AU"/>
          </a:p>
        </p:txBody>
      </p:sp>
      <p:sp>
        <p:nvSpPr>
          <p:cNvPr id="9" name="Slide Number Placeholder 8"/>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33979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Circles">
    <p:spTree>
      <p:nvGrpSpPr>
        <p:cNvPr id="1" name=""/>
        <p:cNvGrpSpPr/>
        <p:nvPr/>
      </p:nvGrpSpPr>
      <p:grpSpPr>
        <a:xfrm>
          <a:off x="0" y="0"/>
          <a:ext cx="0" cy="0"/>
          <a:chOff x="0" y="0"/>
          <a:chExt cx="0" cy="0"/>
        </a:xfrm>
      </p:grpSpPr>
      <p:sp>
        <p:nvSpPr>
          <p:cNvPr id="2" name="Title 1"/>
          <p:cNvSpPr>
            <a:spLocks noGrp="1"/>
          </p:cNvSpPr>
          <p:nvPr>
            <p:ph type="title"/>
          </p:nvPr>
        </p:nvSpPr>
        <p:spPr>
          <a:xfrm>
            <a:off x="720000" y="54000"/>
            <a:ext cx="5292000" cy="945000"/>
          </a:xfrm>
        </p:spPr>
        <p:txBody>
          <a:bodyPr/>
          <a:lstStyle>
            <a:lvl1pPr>
              <a:defRPr>
                <a:solidFill>
                  <a:schemeClr val="tx2"/>
                </a:solidFill>
              </a:defRPr>
            </a:lvl1pPr>
          </a:lstStyle>
          <a:p>
            <a:r>
              <a:rPr lang="en-US"/>
              <a:t>Click to edit Master title style</a:t>
            </a:r>
            <a:endParaRPr lang="en-AU"/>
          </a:p>
        </p:txBody>
      </p:sp>
      <p:sp>
        <p:nvSpPr>
          <p:cNvPr id="5" name="Content Placeholder 4"/>
          <p:cNvSpPr>
            <a:spLocks noGrp="1"/>
          </p:cNvSpPr>
          <p:nvPr>
            <p:ph sz="quarter" idx="13"/>
          </p:nvPr>
        </p:nvSpPr>
        <p:spPr>
          <a:xfrm>
            <a:off x="720000" y="1080000"/>
            <a:ext cx="5904000" cy="36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Footer Placeholder 8"/>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8" name="Date Placeholder 7"/>
          <p:cNvSpPr>
            <a:spLocks noGrp="1"/>
          </p:cNvSpPr>
          <p:nvPr>
            <p:ph type="dt" sz="half" idx="10"/>
          </p:nvPr>
        </p:nvSpPr>
        <p:spPr/>
        <p:txBody>
          <a:bodyPr/>
          <a:lstStyle/>
          <a:p>
            <a:fld id="{413A72AB-C04E-4E97-8DAD-67930AD71624}" type="datetime1">
              <a:rPr lang="en-AU" smtClean="0"/>
              <a:t>5/05/2026</a:t>
            </a:fld>
            <a:endParaRPr lang="en-AU"/>
          </a:p>
        </p:txBody>
      </p:sp>
      <p:sp>
        <p:nvSpPr>
          <p:cNvPr id="10" name="Slide Number Placeholder 9"/>
          <p:cNvSpPr>
            <a:spLocks noGrp="1"/>
          </p:cNvSpPr>
          <p:nvPr>
            <p:ph type="sldNum" sz="quarter" idx="12"/>
          </p:nvPr>
        </p:nvSpPr>
        <p:spPr/>
        <p:txBody>
          <a:bodyPr/>
          <a:lstStyle/>
          <a:p>
            <a:fld id="{BB1C4F31-AAC3-416A-A54A-167287B4272A}" type="slidenum">
              <a:rPr lang="en-AU" smtClean="0"/>
              <a:pPr/>
              <a:t>‹#›</a:t>
            </a:fld>
            <a:endParaRPr lang="en-AU"/>
          </a:p>
        </p:txBody>
      </p:sp>
      <p:pic>
        <p:nvPicPr>
          <p:cNvPr id="4" name="Picture 3">
            <a:extLst>
              <a:ext uri="{FF2B5EF4-FFF2-40B4-BE49-F238E27FC236}">
                <a16:creationId xmlns:a16="http://schemas.microsoft.com/office/drawing/2014/main" id="{4CB6AF5C-38F1-4BAB-AB46-A8064BD2EFC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12000" y="0"/>
            <a:ext cx="3130302" cy="2154940"/>
          </a:xfrm>
          <a:prstGeom prst="rect">
            <a:avLst/>
          </a:prstGeom>
        </p:spPr>
      </p:pic>
    </p:spTree>
    <p:extLst>
      <p:ext uri="{BB962C8B-B14F-4D97-AF65-F5344CB8AC3E}">
        <p14:creationId xmlns:p14="http://schemas.microsoft.com/office/powerpoint/2010/main" val="1181610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2" name="Rectangle 21">
            <a:extLst>
              <a:ext uri="{C183D7F6-B498-43B3-948B-1728B52AA6E4}">
                <adec:decorative xmlns:adec="http://schemas.microsoft.com/office/drawing/2017/decorative" val="1"/>
              </a:ext>
            </a:extLst>
          </p:cNvPr>
          <p:cNvSpPr/>
          <p:nvPr userDrawn="1"/>
        </p:nvSpPr>
        <p:spPr>
          <a:xfrm>
            <a:off x="0" y="0"/>
            <a:ext cx="9144000" cy="4968000"/>
          </a:xfrm>
          <a:prstGeom prst="rect">
            <a:avLst/>
          </a:prstGeom>
          <a:solidFill>
            <a:srgbClr val="00428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2000"/>
          </a:p>
        </p:txBody>
      </p:sp>
      <p:sp>
        <p:nvSpPr>
          <p:cNvPr id="7" name="Title 6"/>
          <p:cNvSpPr>
            <a:spLocks noGrp="1"/>
          </p:cNvSpPr>
          <p:nvPr>
            <p:ph type="title"/>
          </p:nvPr>
        </p:nvSpPr>
        <p:spPr>
          <a:xfrm>
            <a:off x="720000" y="1563902"/>
            <a:ext cx="7704000" cy="945000"/>
          </a:xfrm>
        </p:spPr>
        <p:txBody>
          <a:bodyPr anchor="b"/>
          <a:lstStyle>
            <a:lvl1pPr>
              <a:defRPr sz="2000"/>
            </a:lvl1pPr>
          </a:lstStyle>
          <a:p>
            <a:r>
              <a:rPr lang="en-US"/>
              <a:t>Click to edit Master title style</a:t>
            </a:r>
            <a:endParaRPr lang="en-AU"/>
          </a:p>
        </p:txBody>
      </p:sp>
      <p:sp>
        <p:nvSpPr>
          <p:cNvPr id="9" name="Text Placeholder 8"/>
          <p:cNvSpPr>
            <a:spLocks noGrp="1"/>
          </p:cNvSpPr>
          <p:nvPr>
            <p:ph type="body" sz="quarter" idx="13"/>
          </p:nvPr>
        </p:nvSpPr>
        <p:spPr>
          <a:xfrm>
            <a:off x="720725" y="2446957"/>
            <a:ext cx="7702550" cy="1469013"/>
          </a:xfrm>
        </p:spPr>
        <p:txBody>
          <a:bodyPr>
            <a:noAutofit/>
          </a:bodyPr>
          <a:lstStyle>
            <a:lvl1pPr>
              <a:defRPr sz="20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Rectangle 18">
            <a:extLst>
              <a:ext uri="{C183D7F6-B498-43B3-948B-1728B52AA6E4}">
                <adec:decorative xmlns:adec="http://schemas.microsoft.com/office/drawing/2017/decorative" val="1"/>
              </a:ext>
            </a:extLst>
          </p:cNvPr>
          <p:cNvSpPr/>
          <p:nvPr userDrawn="1"/>
        </p:nvSpPr>
        <p:spPr>
          <a:xfrm>
            <a:off x="0" y="4968000"/>
            <a:ext cx="9144000" cy="675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20" name="Rectangle 19">
            <a:extLst>
              <a:ext uri="{C183D7F6-B498-43B3-948B-1728B52AA6E4}">
                <adec:decorative xmlns:adec="http://schemas.microsoft.com/office/drawing/2017/decorative" val="1"/>
              </a:ext>
            </a:extLst>
          </p:cNvPr>
          <p:cNvSpPr/>
          <p:nvPr userDrawn="1"/>
        </p:nvSpPr>
        <p:spPr>
          <a:xfrm>
            <a:off x="0" y="5030100"/>
            <a:ext cx="9144000" cy="621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Tree>
    <p:extLst>
      <p:ext uri="{BB962C8B-B14F-4D97-AF65-F5344CB8AC3E}">
        <p14:creationId xmlns:p14="http://schemas.microsoft.com/office/powerpoint/2010/main" val="38492619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2" name="Rectangle 21">
            <a:extLst>
              <a:ext uri="{C183D7F6-B498-43B3-948B-1728B52AA6E4}">
                <adec:decorative xmlns:adec="http://schemas.microsoft.com/office/drawing/2017/decorative" val="1"/>
              </a:ext>
            </a:extLst>
          </p:cNvPr>
          <p:cNvSpPr/>
          <p:nvPr userDrawn="1"/>
        </p:nvSpPr>
        <p:spPr>
          <a:xfrm>
            <a:off x="0" y="0"/>
            <a:ext cx="9144000" cy="49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7" name="Title 6"/>
          <p:cNvSpPr>
            <a:spLocks noGrp="1"/>
          </p:cNvSpPr>
          <p:nvPr>
            <p:ph type="title"/>
          </p:nvPr>
        </p:nvSpPr>
        <p:spPr/>
        <p:txBody>
          <a:bodyPr/>
          <a:lstStyle/>
          <a:p>
            <a:r>
              <a:rPr lang="en-US"/>
              <a:t>Click to edit Master title style</a:t>
            </a:r>
            <a:endParaRPr lang="en-AU"/>
          </a:p>
        </p:txBody>
      </p:sp>
      <p:sp>
        <p:nvSpPr>
          <p:cNvPr id="9" name="Text Placeholder 8"/>
          <p:cNvSpPr>
            <a:spLocks noGrp="1"/>
          </p:cNvSpPr>
          <p:nvPr>
            <p:ph type="body" sz="quarter" idx="13"/>
          </p:nvPr>
        </p:nvSpPr>
        <p:spPr>
          <a:xfrm>
            <a:off x="720725" y="1080000"/>
            <a:ext cx="7702550" cy="3510000"/>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Rectangle 18">
            <a:extLst>
              <a:ext uri="{C183D7F6-B498-43B3-948B-1728B52AA6E4}">
                <adec:decorative xmlns:adec="http://schemas.microsoft.com/office/drawing/2017/decorative" val="1"/>
              </a:ext>
            </a:extLst>
          </p:cNvPr>
          <p:cNvSpPr/>
          <p:nvPr userDrawn="1"/>
        </p:nvSpPr>
        <p:spPr>
          <a:xfrm>
            <a:off x="0" y="4968000"/>
            <a:ext cx="9144000" cy="675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20" name="Rectangle 19">
            <a:extLst>
              <a:ext uri="{C183D7F6-B498-43B3-948B-1728B52AA6E4}">
                <adec:decorative xmlns:adec="http://schemas.microsoft.com/office/drawing/2017/decorative" val="1"/>
              </a:ext>
            </a:extLst>
          </p:cNvPr>
          <p:cNvSpPr/>
          <p:nvPr userDrawn="1"/>
        </p:nvSpPr>
        <p:spPr>
          <a:xfrm>
            <a:off x="0" y="5030100"/>
            <a:ext cx="9144000" cy="621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Tree>
    <p:extLst>
      <p:ext uri="{BB962C8B-B14F-4D97-AF65-F5344CB8AC3E}">
        <p14:creationId xmlns:p14="http://schemas.microsoft.com/office/powerpoint/2010/main" val="421224908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3" name="Text Placeholder 2"/>
          <p:cNvSpPr>
            <a:spLocks noGrp="1"/>
          </p:cNvSpPr>
          <p:nvPr>
            <p:ph type="body" idx="1"/>
          </p:nvPr>
        </p:nvSpPr>
        <p:spPr>
          <a:xfrm>
            <a:off x="720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hasCustomPrompt="1"/>
          </p:nvPr>
        </p:nvSpPr>
        <p:spPr>
          <a:xfrm>
            <a:off x="720000" y="1670538"/>
            <a:ext cx="3780000" cy="3018254"/>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716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hasCustomPrompt="1"/>
          </p:nvPr>
        </p:nvSpPr>
        <p:spPr>
          <a:xfrm>
            <a:off x="4716000" y="1670538"/>
            <a:ext cx="3780000" cy="3018254"/>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7" name="Footer Placeholder 6">
            <a:extLst>
              <a:ext uri="{FF2B5EF4-FFF2-40B4-BE49-F238E27FC236}">
                <a16:creationId xmlns:a16="http://schemas.microsoft.com/office/drawing/2014/main" id="{D4E1BA90-E00E-46ED-B1F4-20FC6403DDF7}"/>
              </a:ext>
            </a:extLst>
          </p:cNvPr>
          <p:cNvSpPr>
            <a:spLocks noGrp="1"/>
          </p:cNvSpPr>
          <p:nvPr>
            <p:ph type="ftr" sz="quarter" idx="11"/>
          </p:nvPr>
        </p:nvSpPr>
        <p:spPr/>
        <p:txBody>
          <a:bodyPr/>
          <a:lstStyle/>
          <a:p>
            <a:r>
              <a:rPr lang="en-AU"/>
              <a:t>Melbourne Water Information Technology and Management</a:t>
            </a:r>
          </a:p>
        </p:txBody>
      </p:sp>
      <p:sp>
        <p:nvSpPr>
          <p:cNvPr id="2" name="Date Placeholder 1">
            <a:extLst>
              <a:ext uri="{FF2B5EF4-FFF2-40B4-BE49-F238E27FC236}">
                <a16:creationId xmlns:a16="http://schemas.microsoft.com/office/drawing/2014/main" id="{8EBF6421-468A-4B66-8C73-B7B923A3A392}"/>
              </a:ext>
            </a:extLst>
          </p:cNvPr>
          <p:cNvSpPr>
            <a:spLocks noGrp="1"/>
          </p:cNvSpPr>
          <p:nvPr>
            <p:ph type="dt" sz="half" idx="10"/>
          </p:nvPr>
        </p:nvSpPr>
        <p:spPr/>
        <p:txBody>
          <a:bodyPr/>
          <a:lstStyle/>
          <a:p>
            <a:fld id="{FB2A7916-AEEB-4D6D-B7F2-3E532656D06C}" type="datetime1">
              <a:rPr lang="en-AU" smtClean="0"/>
              <a:t>5/05/2026</a:t>
            </a:fld>
            <a:endParaRPr lang="en-AU"/>
          </a:p>
        </p:txBody>
      </p:sp>
      <p:sp>
        <p:nvSpPr>
          <p:cNvPr id="8" name="Slide Number Placeholder 7">
            <a:extLst>
              <a:ext uri="{FF2B5EF4-FFF2-40B4-BE49-F238E27FC236}">
                <a16:creationId xmlns:a16="http://schemas.microsoft.com/office/drawing/2014/main" id="{41645E38-5597-47A6-8C60-946F1104F11F}"/>
              </a:ext>
            </a:extLst>
          </p:cNvPr>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3786113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hasCustomPrompt="1"/>
          </p:nvPr>
        </p:nvSpPr>
        <p:spPr>
          <a:xfrm>
            <a:off x="720000" y="1080000"/>
            <a:ext cx="378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hasCustomPrompt="1"/>
          </p:nvPr>
        </p:nvSpPr>
        <p:spPr>
          <a:xfrm>
            <a:off x="4716000" y="1080000"/>
            <a:ext cx="378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9" name="Footer Placeholder 8"/>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8" name="Date Placeholder 7"/>
          <p:cNvSpPr>
            <a:spLocks noGrp="1"/>
          </p:cNvSpPr>
          <p:nvPr>
            <p:ph type="dt" sz="half" idx="10"/>
          </p:nvPr>
        </p:nvSpPr>
        <p:spPr/>
        <p:txBody>
          <a:bodyPr/>
          <a:lstStyle/>
          <a:p>
            <a:fld id="{F807EE50-E85D-4CB2-9F72-56842118E59A}" type="datetime1">
              <a:rPr lang="en-AU" smtClean="0"/>
              <a:t>5/05/2026</a:t>
            </a:fld>
            <a:endParaRPr lang="en-AU"/>
          </a:p>
        </p:txBody>
      </p:sp>
      <p:sp>
        <p:nvSpPr>
          <p:cNvPr id="10" name="Slide Number Placeholder 9"/>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401025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25965-90B1-4F01-A230-59D19D98D0B0}"/>
              </a:ext>
            </a:extLst>
          </p:cNvPr>
          <p:cNvSpPr>
            <a:spLocks noGrp="1"/>
          </p:cNvSpPr>
          <p:nvPr>
            <p:ph type="title"/>
          </p:nvPr>
        </p:nvSpPr>
        <p:spPr/>
        <p:txBody>
          <a:bodyPr/>
          <a:lstStyle/>
          <a:p>
            <a:r>
              <a:rPr lang="en-US"/>
              <a:t>Click to edit Master title style</a:t>
            </a:r>
            <a:endParaRPr lang="en-AU"/>
          </a:p>
        </p:txBody>
      </p:sp>
      <p:sp>
        <p:nvSpPr>
          <p:cNvPr id="7" name="Text Placeholder 6">
            <a:extLst>
              <a:ext uri="{FF2B5EF4-FFF2-40B4-BE49-F238E27FC236}">
                <a16:creationId xmlns:a16="http://schemas.microsoft.com/office/drawing/2014/main" id="{85447CB6-1DBB-4497-94DD-22504BB77A38}"/>
              </a:ext>
            </a:extLst>
          </p:cNvPr>
          <p:cNvSpPr>
            <a:spLocks noGrp="1"/>
          </p:cNvSpPr>
          <p:nvPr>
            <p:ph type="body" sz="quarter" idx="13"/>
          </p:nvPr>
        </p:nvSpPr>
        <p:spPr>
          <a:xfrm>
            <a:off x="720000" y="1080000"/>
            <a:ext cx="3780000" cy="486000"/>
          </a:xfrm>
        </p:spPr>
        <p:txBody>
          <a:bodyPr anchor="b" anchorCtr="0"/>
          <a:lstStyle>
            <a:lvl1pPr>
              <a:defRPr b="1">
                <a:solidFill>
                  <a:schemeClr val="tx2"/>
                </a:solidFill>
              </a:defRPr>
            </a:lvl1pPr>
          </a:lstStyle>
          <a:p>
            <a:pPr lvl="0"/>
            <a:r>
              <a:rPr lang="en-US"/>
              <a:t>Edit Master text styles</a:t>
            </a:r>
          </a:p>
        </p:txBody>
      </p:sp>
      <p:sp>
        <p:nvSpPr>
          <p:cNvPr id="9" name="Content Placeholder 8">
            <a:extLst>
              <a:ext uri="{FF2B5EF4-FFF2-40B4-BE49-F238E27FC236}">
                <a16:creationId xmlns:a16="http://schemas.microsoft.com/office/drawing/2014/main" id="{B64777B8-15B3-41C8-A50B-501E68DE6909}"/>
              </a:ext>
            </a:extLst>
          </p:cNvPr>
          <p:cNvSpPr>
            <a:spLocks noGrp="1"/>
          </p:cNvSpPr>
          <p:nvPr>
            <p:ph sz="quarter" idx="14" hasCustomPrompt="1"/>
          </p:nvPr>
        </p:nvSpPr>
        <p:spPr>
          <a:xfrm>
            <a:off x="720000" y="1670400"/>
            <a:ext cx="3780000" cy="2988000"/>
          </a:xfrm>
        </p:spPr>
        <p:txBody>
          <a:bodyPr/>
          <a:lstStyle/>
          <a:p>
            <a:pPr marL="0" marR="0" lvl="0" indent="0" algn="l" defTabSz="685800" rtl="0" eaLnBrk="1" fontAlgn="auto" latinLnBrk="0" hangingPunct="1">
              <a:lnSpc>
                <a:spcPct val="100000"/>
              </a:lnSpc>
              <a:spcBef>
                <a:spcPts val="300"/>
              </a:spcBef>
              <a:spcAft>
                <a:spcPts val="600"/>
              </a:spcAft>
              <a:buClrTx/>
              <a:buSzTx/>
              <a:buFontTx/>
              <a:buNone/>
              <a:tabLst/>
              <a:defRPr/>
            </a:pPr>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1" name="Text Placeholder 10">
            <a:extLst>
              <a:ext uri="{FF2B5EF4-FFF2-40B4-BE49-F238E27FC236}">
                <a16:creationId xmlns:a16="http://schemas.microsoft.com/office/drawing/2014/main" id="{B50D11BA-A6DD-4117-BD3D-35CBAF5B840D}"/>
              </a:ext>
            </a:extLst>
          </p:cNvPr>
          <p:cNvSpPr>
            <a:spLocks noGrp="1"/>
          </p:cNvSpPr>
          <p:nvPr>
            <p:ph type="body" sz="quarter" idx="15"/>
          </p:nvPr>
        </p:nvSpPr>
        <p:spPr>
          <a:xfrm>
            <a:off x="4716000" y="1080000"/>
            <a:ext cx="3780000" cy="486000"/>
          </a:xfrm>
        </p:spPr>
        <p:txBody>
          <a:bodyPr anchor="b" anchorCtr="0"/>
          <a:lstStyle>
            <a:lvl1pPr>
              <a:defRPr b="1">
                <a:solidFill>
                  <a:schemeClr val="tx2"/>
                </a:solidFill>
              </a:defRPr>
            </a:lvl1pPr>
          </a:lstStyle>
          <a:p>
            <a:pPr lvl="0"/>
            <a:r>
              <a:rPr lang="en-US"/>
              <a:t>Edit Master text styles</a:t>
            </a:r>
          </a:p>
        </p:txBody>
      </p:sp>
      <p:sp>
        <p:nvSpPr>
          <p:cNvPr id="13" name="Content Placeholder 12">
            <a:extLst>
              <a:ext uri="{FF2B5EF4-FFF2-40B4-BE49-F238E27FC236}">
                <a16:creationId xmlns:a16="http://schemas.microsoft.com/office/drawing/2014/main" id="{CC3FC2C2-4277-42CC-B41B-87516C501BDE}"/>
              </a:ext>
            </a:extLst>
          </p:cNvPr>
          <p:cNvSpPr>
            <a:spLocks noGrp="1"/>
          </p:cNvSpPr>
          <p:nvPr>
            <p:ph sz="quarter" idx="16" hasCustomPrompt="1"/>
          </p:nvPr>
        </p:nvSpPr>
        <p:spPr>
          <a:xfrm>
            <a:off x="4716000" y="16704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A07B140C-854F-438C-9122-396F781A645C}"/>
              </a:ext>
            </a:extLst>
          </p:cNvPr>
          <p:cNvSpPr>
            <a:spLocks noGrp="1"/>
          </p:cNvSpPr>
          <p:nvPr>
            <p:ph sz="quarter" idx="17"/>
          </p:nvPr>
        </p:nvSpPr>
        <p:spPr>
          <a:xfrm>
            <a:off x="4716463" y="3204000"/>
            <a:ext cx="3780000" cy="14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Footer Placeholder 2">
            <a:extLst>
              <a:ext uri="{FF2B5EF4-FFF2-40B4-BE49-F238E27FC236}">
                <a16:creationId xmlns:a16="http://schemas.microsoft.com/office/drawing/2014/main" id="{AF3AF8E0-8FFD-4909-8802-60211226DBAC}"/>
              </a:ext>
            </a:extLst>
          </p:cNvPr>
          <p:cNvSpPr>
            <a:spLocks noGrp="1"/>
          </p:cNvSpPr>
          <p:nvPr>
            <p:ph type="ftr" sz="quarter" idx="10"/>
          </p:nvPr>
        </p:nvSpPr>
        <p:spPr/>
        <p:txBody>
          <a:bodyPr/>
          <a:lstStyle/>
          <a:p>
            <a:r>
              <a:rPr lang="en-AU"/>
              <a:t>Melbourne Water Information Technology and Management</a:t>
            </a:r>
          </a:p>
        </p:txBody>
      </p:sp>
      <p:sp>
        <p:nvSpPr>
          <p:cNvPr id="4" name="Date Placeholder 3">
            <a:extLst>
              <a:ext uri="{FF2B5EF4-FFF2-40B4-BE49-F238E27FC236}">
                <a16:creationId xmlns:a16="http://schemas.microsoft.com/office/drawing/2014/main" id="{7BCD2642-E0F1-4E2E-AA61-5F0AEDC91AA0}"/>
              </a:ext>
            </a:extLst>
          </p:cNvPr>
          <p:cNvSpPr>
            <a:spLocks noGrp="1"/>
          </p:cNvSpPr>
          <p:nvPr>
            <p:ph type="dt" sz="half" idx="11"/>
          </p:nvPr>
        </p:nvSpPr>
        <p:spPr/>
        <p:txBody>
          <a:bodyPr/>
          <a:lstStyle/>
          <a:p>
            <a:fld id="{16BCA4D3-9AD8-4B98-A72C-B73F200274CB}" type="datetime1">
              <a:rPr lang="en-AU" smtClean="0"/>
              <a:t>5/05/2026</a:t>
            </a:fld>
            <a:endParaRPr lang="en-AU"/>
          </a:p>
        </p:txBody>
      </p:sp>
      <p:sp>
        <p:nvSpPr>
          <p:cNvPr id="5" name="Slide Number Placeholder 4">
            <a:extLst>
              <a:ext uri="{FF2B5EF4-FFF2-40B4-BE49-F238E27FC236}">
                <a16:creationId xmlns:a16="http://schemas.microsoft.com/office/drawing/2014/main" id="{77AAC2BD-7F4C-4706-A621-1AC4F9721BA0}"/>
              </a:ext>
            </a:extLst>
          </p:cNvPr>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198502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option 2">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3" name="Text Placeholder 2"/>
          <p:cNvSpPr>
            <a:spLocks noGrp="1"/>
          </p:cNvSpPr>
          <p:nvPr>
            <p:ph type="body" idx="1"/>
          </p:nvPr>
        </p:nvSpPr>
        <p:spPr>
          <a:xfrm>
            <a:off x="720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hasCustomPrompt="1"/>
          </p:nvPr>
        </p:nvSpPr>
        <p:spPr>
          <a:xfrm>
            <a:off x="720000" y="1670538"/>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5">
            <a:extLst>
              <a:ext uri="{FF2B5EF4-FFF2-40B4-BE49-F238E27FC236}">
                <a16:creationId xmlns:a16="http://schemas.microsoft.com/office/drawing/2014/main" id="{8873E84B-0F20-486D-8BB9-67855DAB33B5}"/>
              </a:ext>
            </a:extLst>
          </p:cNvPr>
          <p:cNvSpPr>
            <a:spLocks noGrp="1"/>
          </p:cNvSpPr>
          <p:nvPr>
            <p:ph sz="quarter" idx="14" hasCustomPrompt="1"/>
          </p:nvPr>
        </p:nvSpPr>
        <p:spPr>
          <a:xfrm>
            <a:off x="720000" y="32040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716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hasCustomPrompt="1"/>
          </p:nvPr>
        </p:nvSpPr>
        <p:spPr>
          <a:xfrm>
            <a:off x="4716000" y="1670538"/>
            <a:ext cx="3780000" cy="2988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2" name="Footer Placeholder 11"/>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11" name="Date Placeholder 10"/>
          <p:cNvSpPr>
            <a:spLocks noGrp="1"/>
          </p:cNvSpPr>
          <p:nvPr>
            <p:ph type="dt" sz="half" idx="10"/>
          </p:nvPr>
        </p:nvSpPr>
        <p:spPr/>
        <p:txBody>
          <a:bodyPr/>
          <a:lstStyle/>
          <a:p>
            <a:fld id="{9FFB20D4-37BB-46A0-9D94-F59F9F9B29B4}" type="datetime1">
              <a:rPr lang="en-AU" smtClean="0"/>
              <a:t>5/05/2026</a:t>
            </a:fld>
            <a:endParaRPr lang="en-AU"/>
          </a:p>
        </p:txBody>
      </p:sp>
      <p:sp>
        <p:nvSpPr>
          <p:cNvPr id="13" name="Slide Number Placeholder 12"/>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4244625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0A41-63BD-4780-8219-195E89853B2B}"/>
              </a:ext>
            </a:extLst>
          </p:cNvPr>
          <p:cNvSpPr>
            <a:spLocks noGrp="1"/>
          </p:cNvSpPr>
          <p:nvPr>
            <p:ph type="title"/>
          </p:nvPr>
        </p:nvSpPr>
        <p:spPr/>
        <p:txBody>
          <a:bodyPr/>
          <a:lstStyle/>
          <a:p>
            <a:r>
              <a:rPr lang="en-US"/>
              <a:t>Click to edit Master title style</a:t>
            </a:r>
            <a:endParaRPr lang="en-AU"/>
          </a:p>
        </p:txBody>
      </p:sp>
      <p:sp>
        <p:nvSpPr>
          <p:cNvPr id="7" name="Text Placeholder 6">
            <a:extLst>
              <a:ext uri="{FF2B5EF4-FFF2-40B4-BE49-F238E27FC236}">
                <a16:creationId xmlns:a16="http://schemas.microsoft.com/office/drawing/2014/main" id="{7D0935DA-7C95-4DBF-B043-BED53D139F50}"/>
              </a:ext>
            </a:extLst>
          </p:cNvPr>
          <p:cNvSpPr>
            <a:spLocks noGrp="1"/>
          </p:cNvSpPr>
          <p:nvPr>
            <p:ph type="body" sz="quarter" idx="13"/>
          </p:nvPr>
        </p:nvSpPr>
        <p:spPr>
          <a:xfrm>
            <a:off x="720000" y="1080000"/>
            <a:ext cx="3780000" cy="486000"/>
          </a:xfrm>
        </p:spPr>
        <p:txBody>
          <a:bodyPr anchor="b" anchorCtr="0"/>
          <a:lstStyle>
            <a:lvl1pPr>
              <a:defRPr b="1">
                <a:solidFill>
                  <a:schemeClr val="tx2"/>
                </a:solidFill>
              </a:defRPr>
            </a:lvl1pPr>
          </a:lstStyle>
          <a:p>
            <a:pPr lvl="0"/>
            <a:r>
              <a:rPr lang="en-US"/>
              <a:t>Edit Master text styles</a:t>
            </a:r>
          </a:p>
        </p:txBody>
      </p:sp>
      <p:sp>
        <p:nvSpPr>
          <p:cNvPr id="11" name="Content Placeholder 10">
            <a:extLst>
              <a:ext uri="{FF2B5EF4-FFF2-40B4-BE49-F238E27FC236}">
                <a16:creationId xmlns:a16="http://schemas.microsoft.com/office/drawing/2014/main" id="{B8966D44-16B8-4C19-AFFD-5DA4DFC9FA46}"/>
              </a:ext>
            </a:extLst>
          </p:cNvPr>
          <p:cNvSpPr>
            <a:spLocks noGrp="1"/>
          </p:cNvSpPr>
          <p:nvPr>
            <p:ph sz="quarter" idx="15" hasCustomPrompt="1"/>
          </p:nvPr>
        </p:nvSpPr>
        <p:spPr>
          <a:xfrm>
            <a:off x="720000" y="16704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3" name="Content Placeholder 12">
            <a:extLst>
              <a:ext uri="{FF2B5EF4-FFF2-40B4-BE49-F238E27FC236}">
                <a16:creationId xmlns:a16="http://schemas.microsoft.com/office/drawing/2014/main" id="{E4155142-1F3B-47E9-A822-7FE13D6180CC}"/>
              </a:ext>
            </a:extLst>
          </p:cNvPr>
          <p:cNvSpPr>
            <a:spLocks noGrp="1"/>
          </p:cNvSpPr>
          <p:nvPr>
            <p:ph sz="quarter" idx="16"/>
          </p:nvPr>
        </p:nvSpPr>
        <p:spPr>
          <a:xfrm>
            <a:off x="720000" y="3204000"/>
            <a:ext cx="3780000" cy="14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 Placeholder 8">
            <a:extLst>
              <a:ext uri="{FF2B5EF4-FFF2-40B4-BE49-F238E27FC236}">
                <a16:creationId xmlns:a16="http://schemas.microsoft.com/office/drawing/2014/main" id="{7728E30A-6594-4018-A3CC-DFCC2AB2F0FA}"/>
              </a:ext>
            </a:extLst>
          </p:cNvPr>
          <p:cNvSpPr>
            <a:spLocks noGrp="1"/>
          </p:cNvSpPr>
          <p:nvPr>
            <p:ph type="body" sz="quarter" idx="14"/>
          </p:nvPr>
        </p:nvSpPr>
        <p:spPr>
          <a:xfrm>
            <a:off x="4716000" y="1080000"/>
            <a:ext cx="3780000" cy="486000"/>
          </a:xfrm>
        </p:spPr>
        <p:txBody>
          <a:bodyPr anchor="b" anchorCtr="0"/>
          <a:lstStyle>
            <a:lvl1pPr>
              <a:defRPr b="1">
                <a:solidFill>
                  <a:schemeClr val="tx2"/>
                </a:solidFill>
              </a:defRPr>
            </a:lvl1pPr>
          </a:lstStyle>
          <a:p>
            <a:pPr lvl="0"/>
            <a:r>
              <a:rPr lang="en-US"/>
              <a:t>Edit Master text styles</a:t>
            </a:r>
          </a:p>
        </p:txBody>
      </p:sp>
      <p:sp>
        <p:nvSpPr>
          <p:cNvPr id="15" name="Content Placeholder 14">
            <a:extLst>
              <a:ext uri="{FF2B5EF4-FFF2-40B4-BE49-F238E27FC236}">
                <a16:creationId xmlns:a16="http://schemas.microsoft.com/office/drawing/2014/main" id="{60C4078C-BED3-4110-80D2-F43782E69051}"/>
              </a:ext>
            </a:extLst>
          </p:cNvPr>
          <p:cNvSpPr>
            <a:spLocks noGrp="1"/>
          </p:cNvSpPr>
          <p:nvPr>
            <p:ph sz="quarter" idx="17" hasCustomPrompt="1"/>
          </p:nvPr>
        </p:nvSpPr>
        <p:spPr>
          <a:xfrm>
            <a:off x="4716000" y="16704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7DF38A89-3023-4F69-ABE0-61E2F4F1D7F2}"/>
              </a:ext>
            </a:extLst>
          </p:cNvPr>
          <p:cNvSpPr>
            <a:spLocks noGrp="1"/>
          </p:cNvSpPr>
          <p:nvPr>
            <p:ph sz="quarter" idx="18"/>
          </p:nvPr>
        </p:nvSpPr>
        <p:spPr>
          <a:xfrm>
            <a:off x="4716000" y="3204000"/>
            <a:ext cx="3780000" cy="14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Footer Placeholder 2">
            <a:extLst>
              <a:ext uri="{FF2B5EF4-FFF2-40B4-BE49-F238E27FC236}">
                <a16:creationId xmlns:a16="http://schemas.microsoft.com/office/drawing/2014/main" id="{4B1AB490-A5E2-4663-903C-9350B945E3FE}"/>
              </a:ext>
            </a:extLst>
          </p:cNvPr>
          <p:cNvSpPr>
            <a:spLocks noGrp="1"/>
          </p:cNvSpPr>
          <p:nvPr>
            <p:ph type="ftr" sz="quarter" idx="10"/>
          </p:nvPr>
        </p:nvSpPr>
        <p:spPr/>
        <p:txBody>
          <a:bodyPr/>
          <a:lstStyle/>
          <a:p>
            <a:r>
              <a:rPr lang="en-AU"/>
              <a:t>Melbourne Water Information Technology and Management</a:t>
            </a:r>
          </a:p>
        </p:txBody>
      </p:sp>
      <p:sp>
        <p:nvSpPr>
          <p:cNvPr id="4" name="Date Placeholder 3">
            <a:extLst>
              <a:ext uri="{FF2B5EF4-FFF2-40B4-BE49-F238E27FC236}">
                <a16:creationId xmlns:a16="http://schemas.microsoft.com/office/drawing/2014/main" id="{A80A3F87-5BCC-4558-82A3-B7624C92A058}"/>
              </a:ext>
            </a:extLst>
          </p:cNvPr>
          <p:cNvSpPr>
            <a:spLocks noGrp="1"/>
          </p:cNvSpPr>
          <p:nvPr>
            <p:ph type="dt" sz="half" idx="11"/>
          </p:nvPr>
        </p:nvSpPr>
        <p:spPr/>
        <p:txBody>
          <a:bodyPr/>
          <a:lstStyle/>
          <a:p>
            <a:fld id="{608F57F3-5BCE-4121-8007-F81977C7C2A6}" type="datetime1">
              <a:rPr lang="en-AU" smtClean="0"/>
              <a:t>5/05/2026</a:t>
            </a:fld>
            <a:endParaRPr lang="en-AU"/>
          </a:p>
        </p:txBody>
      </p:sp>
      <p:sp>
        <p:nvSpPr>
          <p:cNvPr id="5" name="Slide Number Placeholder 4">
            <a:extLst>
              <a:ext uri="{FF2B5EF4-FFF2-40B4-BE49-F238E27FC236}">
                <a16:creationId xmlns:a16="http://schemas.microsoft.com/office/drawing/2014/main" id="{B851DDA5-59E6-4351-A388-A6BCC0545903}"/>
              </a:ext>
            </a:extLst>
          </p:cNvPr>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0047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hasCustomPrompt="1"/>
          </p:nvPr>
        </p:nvSpPr>
        <p:spPr>
          <a:xfrm>
            <a:off x="720000" y="1080000"/>
            <a:ext cx="414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6" name="Picture Placeholder 5" descr="Image showing [enter description here]."/>
          <p:cNvSpPr>
            <a:spLocks noGrp="1"/>
          </p:cNvSpPr>
          <p:nvPr>
            <p:ph type="pic" sz="quarter" idx="13" hasCustomPrompt="1"/>
          </p:nvPr>
        </p:nvSpPr>
        <p:spPr>
          <a:xfrm>
            <a:off x="5004000" y="1080000"/>
            <a:ext cx="3420000" cy="3164850"/>
          </a:xfrm>
          <a:solidFill>
            <a:schemeClr val="bg1">
              <a:lumMod val="95000"/>
            </a:schemeClr>
          </a:solidFill>
        </p:spPr>
        <p:txBody>
          <a:bodyPr/>
          <a:lstStyle>
            <a:lvl1pPr>
              <a:defRPr sz="1200" baseline="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Fill. </a:t>
            </a:r>
          </a:p>
        </p:txBody>
      </p:sp>
      <p:sp>
        <p:nvSpPr>
          <p:cNvPr id="9" name="Footer Placeholder 8"/>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8" name="Date Placeholder 7"/>
          <p:cNvSpPr>
            <a:spLocks noGrp="1"/>
          </p:cNvSpPr>
          <p:nvPr>
            <p:ph type="dt" sz="half" idx="10"/>
          </p:nvPr>
        </p:nvSpPr>
        <p:spPr/>
        <p:txBody>
          <a:bodyPr/>
          <a:lstStyle/>
          <a:p>
            <a:fld id="{53491B36-D4DA-4DCC-8F75-C5957B4EC1DF}" type="datetime1">
              <a:rPr lang="en-AU" smtClean="0"/>
              <a:t>5/05/2026</a:t>
            </a:fld>
            <a:endParaRPr lang="en-AU"/>
          </a:p>
        </p:txBody>
      </p:sp>
      <p:sp>
        <p:nvSpPr>
          <p:cNvPr id="10" name="Slide Number Placeholder 9"/>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585687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and 2 x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hasCustomPrompt="1"/>
          </p:nvPr>
        </p:nvSpPr>
        <p:spPr>
          <a:xfrm>
            <a:off x="720000" y="1080000"/>
            <a:ext cx="414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8" name="Picture Placeholder 3" descr="Image showing [enter description here]."/>
          <p:cNvSpPr>
            <a:spLocks noGrp="1"/>
          </p:cNvSpPr>
          <p:nvPr>
            <p:ph type="pic" sz="quarter" idx="13" hasCustomPrompt="1"/>
          </p:nvPr>
        </p:nvSpPr>
        <p:spPr>
          <a:xfrm>
            <a:off x="5004000" y="1116000"/>
            <a:ext cx="3420000" cy="1656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a:t>
            </a:r>
            <a:r>
              <a:rPr lang="en-AU" err="1"/>
              <a:t>Fill.Z</a:t>
            </a:r>
            <a:endParaRPr lang="en-AU"/>
          </a:p>
        </p:txBody>
      </p:sp>
      <p:sp>
        <p:nvSpPr>
          <p:cNvPr id="9" name="Picture Placeholder 3" descr="Image showing [enter description here]."/>
          <p:cNvSpPr>
            <a:spLocks noGrp="1"/>
          </p:cNvSpPr>
          <p:nvPr>
            <p:ph type="pic" sz="quarter" idx="14" hasCustomPrompt="1"/>
          </p:nvPr>
        </p:nvSpPr>
        <p:spPr>
          <a:xfrm>
            <a:off x="5004000" y="2949671"/>
            <a:ext cx="3420000" cy="1656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Fill.</a:t>
            </a:r>
          </a:p>
        </p:txBody>
      </p:sp>
      <p:sp>
        <p:nvSpPr>
          <p:cNvPr id="11" name="Footer Placeholder 10"/>
          <p:cNvSpPr>
            <a:spLocks noGrp="1"/>
          </p:cNvSpPr>
          <p:nvPr>
            <p:ph type="ftr" sz="quarter" idx="16"/>
          </p:nvPr>
        </p:nvSpPr>
        <p:spPr>
          <a:xfrm>
            <a:off x="722117" y="4909249"/>
            <a:ext cx="3086100" cy="162000"/>
          </a:xfrm>
          <a:prstGeom prst="rect">
            <a:avLst/>
          </a:prstGeom>
        </p:spPr>
        <p:txBody>
          <a:bodyPr/>
          <a:lstStyle/>
          <a:p>
            <a:pPr algn="l"/>
            <a:r>
              <a:rPr lang="en-AU"/>
              <a:t>Melbourne Water Information Technology and Management</a:t>
            </a:r>
          </a:p>
        </p:txBody>
      </p:sp>
      <p:sp>
        <p:nvSpPr>
          <p:cNvPr id="10" name="Date Placeholder 9"/>
          <p:cNvSpPr>
            <a:spLocks noGrp="1"/>
          </p:cNvSpPr>
          <p:nvPr>
            <p:ph type="dt" sz="half" idx="15"/>
          </p:nvPr>
        </p:nvSpPr>
        <p:spPr/>
        <p:txBody>
          <a:bodyPr/>
          <a:lstStyle/>
          <a:p>
            <a:fld id="{17FD5213-6117-460E-94DE-9D840DFB90DB}" type="datetime1">
              <a:rPr lang="en-AU" smtClean="0"/>
              <a:t>5/05/2026</a:t>
            </a:fld>
            <a:endParaRPr lang="en-AU"/>
          </a:p>
        </p:txBody>
      </p:sp>
      <p:sp>
        <p:nvSpPr>
          <p:cNvPr id="12" name="Slide Number Placeholder 11"/>
          <p:cNvSpPr>
            <a:spLocks noGrp="1"/>
          </p:cNvSpPr>
          <p:nvPr>
            <p:ph type="sldNum" sz="quarter" idx="17"/>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939443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11" name="Picture Placeholder 3" descr="Image showing [enter description here]."/>
          <p:cNvSpPr>
            <a:spLocks noGrp="1"/>
          </p:cNvSpPr>
          <p:nvPr>
            <p:ph type="pic" sz="quarter" idx="13" hasCustomPrompt="1"/>
          </p:nvPr>
        </p:nvSpPr>
        <p:spPr>
          <a:xfrm>
            <a:off x="0" y="1080000"/>
            <a:ext cx="9144000" cy="4060800"/>
          </a:xfrm>
          <a:solidFill>
            <a:schemeClr val="bg1">
              <a:lumMod val="95000"/>
            </a:schemeClr>
          </a:solidFill>
        </p:spPr>
        <p:txBody>
          <a:bodyPr lIns="684000" tIns="576000" rIns="648000" bIns="0" anchor="t" anchorCtr="0"/>
          <a:lstStyle>
            <a:lvl1pPr>
              <a:defRPr sz="140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Fill.</a:t>
            </a:r>
          </a:p>
        </p:txBody>
      </p:sp>
    </p:spTree>
    <p:extLst>
      <p:ext uri="{BB962C8B-B14F-4D97-AF65-F5344CB8AC3E}">
        <p14:creationId xmlns:p14="http://schemas.microsoft.com/office/powerpoint/2010/main" val="3817246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Image and Capti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11" name="Picture Placeholder 3" descr="Image showing [enter description here]."/>
          <p:cNvSpPr>
            <a:spLocks noGrp="1"/>
          </p:cNvSpPr>
          <p:nvPr>
            <p:ph type="pic" sz="quarter" idx="13" hasCustomPrompt="1"/>
          </p:nvPr>
        </p:nvSpPr>
        <p:spPr>
          <a:xfrm>
            <a:off x="720000" y="1080000"/>
            <a:ext cx="7740000" cy="3159000"/>
          </a:xfrm>
          <a:solidFill>
            <a:schemeClr val="bg1">
              <a:lumMod val="95000"/>
            </a:schemeClr>
          </a:solidFill>
        </p:spPr>
        <p:txBody>
          <a:bodyPr lIns="0" tIns="540000" rIns="0" bIns="0" anchor="t" anchorCtr="0"/>
          <a:lstStyle>
            <a:lvl1pPr>
              <a:defRPr sz="140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Fill.</a:t>
            </a:r>
          </a:p>
        </p:txBody>
      </p:sp>
      <p:sp>
        <p:nvSpPr>
          <p:cNvPr id="3" name="Text Placeholder 2"/>
          <p:cNvSpPr>
            <a:spLocks noGrp="1"/>
          </p:cNvSpPr>
          <p:nvPr>
            <p:ph type="body" sz="quarter" idx="14" hasCustomPrompt="1"/>
          </p:nvPr>
        </p:nvSpPr>
        <p:spPr>
          <a:xfrm>
            <a:off x="720000" y="4284000"/>
            <a:ext cx="7740000" cy="504000"/>
          </a:xfrm>
        </p:spPr>
        <p:txBody>
          <a:bodyPr/>
          <a:lstStyle>
            <a:lvl1pPr>
              <a:spcBef>
                <a:spcPts val="300"/>
              </a:spcBef>
              <a:spcAft>
                <a:spcPts val="300"/>
              </a:spcAft>
              <a:defRPr sz="1200"/>
            </a:lvl1pPr>
            <a:lvl2pPr>
              <a:spcBef>
                <a:spcPts val="300"/>
              </a:spcBef>
              <a:spcAft>
                <a:spcPts val="300"/>
              </a:spcAft>
              <a:defRPr sz="1200"/>
            </a:lvl2pPr>
            <a:lvl3pPr>
              <a:spcBef>
                <a:spcPts val="300"/>
              </a:spcBef>
              <a:spcAft>
                <a:spcPts val="300"/>
              </a:spcAft>
              <a:defRPr sz="1200"/>
            </a:lvl3pPr>
            <a:lvl4pPr>
              <a:spcBef>
                <a:spcPts val="300"/>
              </a:spcBef>
              <a:spcAft>
                <a:spcPts val="300"/>
              </a:spcAft>
              <a:defRPr sz="1200"/>
            </a:lvl4pPr>
            <a:lvl5pPr>
              <a:spcBef>
                <a:spcPts val="300"/>
              </a:spcBef>
              <a:spcAft>
                <a:spcPts val="300"/>
              </a:spcAft>
              <a:defRPr sz="1200"/>
            </a:lvl5pPr>
          </a:lstStyle>
          <a:p>
            <a:pPr lvl="0"/>
            <a:r>
              <a:rPr lang="en-US"/>
              <a:t>Insert caption here</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6"/>
          </p:nvPr>
        </p:nvSpPr>
        <p:spPr/>
        <p:txBody>
          <a:bodyPr/>
          <a:lstStyle/>
          <a:p>
            <a:r>
              <a:rPr lang="en-AU"/>
              <a:t>Melbourne Water Information Technology and Management</a:t>
            </a:r>
          </a:p>
        </p:txBody>
      </p:sp>
      <p:sp>
        <p:nvSpPr>
          <p:cNvPr id="2" name="Date Placeholder 1"/>
          <p:cNvSpPr>
            <a:spLocks noGrp="1"/>
          </p:cNvSpPr>
          <p:nvPr>
            <p:ph type="dt" sz="half" idx="15"/>
          </p:nvPr>
        </p:nvSpPr>
        <p:spPr/>
        <p:txBody>
          <a:bodyPr/>
          <a:lstStyle/>
          <a:p>
            <a:fld id="{90C4EB26-0FDC-43EC-879E-0870B1DBD461}" type="datetime1">
              <a:rPr lang="en-AU" smtClean="0"/>
              <a:t>5/05/2026</a:t>
            </a:fld>
            <a:endParaRPr lang="en-AU"/>
          </a:p>
        </p:txBody>
      </p:sp>
      <p:sp>
        <p:nvSpPr>
          <p:cNvPr id="5" name="Slide Number Placeholder 4"/>
          <p:cNvSpPr>
            <a:spLocks noGrp="1"/>
          </p:cNvSpPr>
          <p:nvPr>
            <p:ph type="sldNum" sz="quarter" idx="17"/>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680789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aption and 2 x Images">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3" name="Text Placeholder 2"/>
          <p:cNvSpPr>
            <a:spLocks noGrp="1"/>
          </p:cNvSpPr>
          <p:nvPr>
            <p:ph type="body" sz="quarter" idx="14" hasCustomPrompt="1"/>
          </p:nvPr>
        </p:nvSpPr>
        <p:spPr>
          <a:xfrm>
            <a:off x="720000" y="1080000"/>
            <a:ext cx="7740000" cy="999000"/>
          </a:xfrm>
        </p:spPr>
        <p:txBody>
          <a:bodyPr/>
          <a:lstStyle>
            <a:lvl1pPr>
              <a:spcBef>
                <a:spcPts val="300"/>
              </a:spcBef>
              <a:spcAft>
                <a:spcPts val="300"/>
              </a:spcAft>
              <a:defRPr sz="1200"/>
            </a:lvl1pPr>
            <a:lvl2pPr>
              <a:spcBef>
                <a:spcPts val="300"/>
              </a:spcBef>
              <a:spcAft>
                <a:spcPts val="300"/>
              </a:spcAft>
              <a:defRPr sz="1200"/>
            </a:lvl2pPr>
            <a:lvl3pPr>
              <a:spcBef>
                <a:spcPts val="300"/>
              </a:spcBef>
              <a:spcAft>
                <a:spcPts val="300"/>
              </a:spcAft>
              <a:defRPr sz="1200"/>
            </a:lvl3pPr>
            <a:lvl4pPr>
              <a:spcBef>
                <a:spcPts val="300"/>
              </a:spcBef>
              <a:spcAft>
                <a:spcPts val="300"/>
              </a:spcAft>
              <a:defRPr sz="1200"/>
            </a:lvl4pPr>
            <a:lvl5pPr>
              <a:spcBef>
                <a:spcPts val="300"/>
              </a:spcBef>
              <a:spcAft>
                <a:spcPts val="300"/>
              </a:spcAft>
              <a:defRPr sz="1200"/>
            </a:lvl5pPr>
          </a:lstStyle>
          <a:p>
            <a:pPr lvl="0"/>
            <a:r>
              <a:rPr lang="en-US"/>
              <a:t>Insert caption here</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Picture Placeholder 3" descr="Image showing [enter description here]."/>
          <p:cNvSpPr>
            <a:spLocks noGrp="1"/>
          </p:cNvSpPr>
          <p:nvPr>
            <p:ph type="pic" sz="quarter" idx="13" hasCustomPrompt="1"/>
          </p:nvPr>
        </p:nvSpPr>
        <p:spPr>
          <a:xfrm>
            <a:off x="720000" y="2078999"/>
            <a:ext cx="3744000" cy="2610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Fill.</a:t>
            </a:r>
          </a:p>
        </p:txBody>
      </p:sp>
      <p:sp>
        <p:nvSpPr>
          <p:cNvPr id="12" name="Picture Placeholder 3" descr="Image showing [enter description here]."/>
          <p:cNvSpPr>
            <a:spLocks noGrp="1"/>
          </p:cNvSpPr>
          <p:nvPr>
            <p:ph type="pic" sz="quarter" idx="18" hasCustomPrompt="1"/>
          </p:nvPr>
        </p:nvSpPr>
        <p:spPr>
          <a:xfrm>
            <a:off x="4716000" y="2078999"/>
            <a:ext cx="3744000" cy="2610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Tools &gt; Format &gt; Crop &gt; Fit. To maintain the shape of the picture placeholder, but reposition your photo inside the placeholder use Picture Tools &gt; Format &gt; Crop &gt; Fill.</a:t>
            </a:r>
          </a:p>
        </p:txBody>
      </p:sp>
      <p:sp>
        <p:nvSpPr>
          <p:cNvPr id="6" name="Footer Placeholder 5"/>
          <p:cNvSpPr>
            <a:spLocks noGrp="1"/>
          </p:cNvSpPr>
          <p:nvPr>
            <p:ph type="ftr" sz="quarter" idx="16"/>
          </p:nvPr>
        </p:nvSpPr>
        <p:spPr/>
        <p:txBody>
          <a:bodyPr/>
          <a:lstStyle/>
          <a:p>
            <a:r>
              <a:rPr lang="en-AU"/>
              <a:t>Melbourne Water Information Technology and Management</a:t>
            </a:r>
          </a:p>
        </p:txBody>
      </p:sp>
      <p:sp>
        <p:nvSpPr>
          <p:cNvPr id="5" name="Date Placeholder 4"/>
          <p:cNvSpPr>
            <a:spLocks noGrp="1"/>
          </p:cNvSpPr>
          <p:nvPr>
            <p:ph type="dt" sz="half" idx="15"/>
          </p:nvPr>
        </p:nvSpPr>
        <p:spPr/>
        <p:txBody>
          <a:bodyPr/>
          <a:lstStyle/>
          <a:p>
            <a:fld id="{FC8C13A4-5DEC-4504-84FE-A2C69766E74F}" type="datetime1">
              <a:rPr lang="en-AU" smtClean="0"/>
              <a:t>5/05/2026</a:t>
            </a:fld>
            <a:endParaRPr lang="en-AU"/>
          </a:p>
        </p:txBody>
      </p:sp>
      <p:sp>
        <p:nvSpPr>
          <p:cNvPr id="7" name="Slide Number Placeholder 6"/>
          <p:cNvSpPr>
            <a:spLocks noGrp="1"/>
          </p:cNvSpPr>
          <p:nvPr>
            <p:ph type="sldNum" sz="quarter" idx="17"/>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405260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7" name="Footer Placeholder 6"/>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6" name="Date Placeholder 5"/>
          <p:cNvSpPr>
            <a:spLocks noGrp="1"/>
          </p:cNvSpPr>
          <p:nvPr>
            <p:ph type="dt" sz="half" idx="10"/>
          </p:nvPr>
        </p:nvSpPr>
        <p:spPr/>
        <p:txBody>
          <a:bodyPr/>
          <a:lstStyle/>
          <a:p>
            <a:fld id="{9BB50D51-90A6-45F6-B59F-852F8611CB90}" type="datetime1">
              <a:rPr lang="en-AU" smtClean="0"/>
              <a:t>5/05/2026</a:t>
            </a:fld>
            <a:endParaRPr lang="en-AU"/>
          </a:p>
        </p:txBody>
      </p:sp>
      <p:sp>
        <p:nvSpPr>
          <p:cNvPr id="8" name="Slide Number Placeholder 7"/>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3339048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722117" y="4909249"/>
            <a:ext cx="3086100" cy="162000"/>
          </a:xfrm>
          <a:prstGeom prst="rect">
            <a:avLst/>
          </a:prstGeom>
        </p:spPr>
        <p:txBody>
          <a:bodyPr/>
          <a:lstStyle/>
          <a:p>
            <a:pPr algn="l"/>
            <a:r>
              <a:rPr lang="en-AU"/>
              <a:t>Melbourne Water Information Technology and Management</a:t>
            </a:r>
          </a:p>
        </p:txBody>
      </p:sp>
      <p:sp>
        <p:nvSpPr>
          <p:cNvPr id="5" name="Date Placeholder 4"/>
          <p:cNvSpPr>
            <a:spLocks noGrp="1"/>
          </p:cNvSpPr>
          <p:nvPr>
            <p:ph type="dt" sz="half" idx="10"/>
          </p:nvPr>
        </p:nvSpPr>
        <p:spPr/>
        <p:txBody>
          <a:bodyPr/>
          <a:lstStyle/>
          <a:p>
            <a:fld id="{508DCBA4-9390-4AB4-948E-A75C42C2E64D}" type="datetime1">
              <a:rPr lang="en-AU" smtClean="0"/>
              <a:t>5/05/2026</a:t>
            </a:fld>
            <a:endParaRPr lang="en-AU"/>
          </a:p>
        </p:txBody>
      </p:sp>
      <p:sp>
        <p:nvSpPr>
          <p:cNvPr id="7" name="Slide Number Placeholder 6"/>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3917268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5916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Circl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827F5B-038E-77AE-C8D1-E381D493249C}"/>
              </a:ext>
            </a:extLst>
          </p:cNvPr>
          <p:cNvPicPr>
            <a:picLocks noChangeAspect="1"/>
          </p:cNvPicPr>
          <p:nvPr userDrawn="1"/>
        </p:nvPicPr>
        <p:blipFill>
          <a:blip r:embed="rId2"/>
          <a:stretch>
            <a:fillRect/>
          </a:stretch>
        </p:blipFill>
        <p:spPr>
          <a:xfrm>
            <a:off x="8489916" y="893136"/>
            <a:ext cx="654084" cy="571529"/>
          </a:xfrm>
          <a:prstGeom prst="rect">
            <a:avLst/>
          </a:prstGeom>
        </p:spPr>
      </p:pic>
      <p:grpSp>
        <p:nvGrpSpPr>
          <p:cNvPr id="7" name="Group 6">
            <a:extLst>
              <a:ext uri="{FF2B5EF4-FFF2-40B4-BE49-F238E27FC236}">
                <a16:creationId xmlns:a16="http://schemas.microsoft.com/office/drawing/2014/main" id="{94C194C4-3366-5AAE-FDB5-0C06A93AB2CA}"/>
              </a:ext>
            </a:extLst>
          </p:cNvPr>
          <p:cNvGrpSpPr/>
          <p:nvPr userDrawn="1"/>
        </p:nvGrpSpPr>
        <p:grpSpPr>
          <a:xfrm>
            <a:off x="8789958" y="50270"/>
            <a:ext cx="54000" cy="861816"/>
            <a:chOff x="8789958" y="50270"/>
            <a:chExt cx="54000" cy="861816"/>
          </a:xfrm>
        </p:grpSpPr>
        <p:sp>
          <p:nvSpPr>
            <p:cNvPr id="12" name="Oval 11">
              <a:extLst>
                <a:ext uri="{FF2B5EF4-FFF2-40B4-BE49-F238E27FC236}">
                  <a16:creationId xmlns:a16="http://schemas.microsoft.com/office/drawing/2014/main" id="{B1B193E2-5CC1-F288-9F11-0B45FCF4E31E}"/>
                </a:ext>
              </a:extLst>
            </p:cNvPr>
            <p:cNvSpPr/>
            <p:nvPr userDrawn="1"/>
          </p:nvSpPr>
          <p:spPr>
            <a:xfrm>
              <a:off x="8789958" y="858086"/>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3" name="Oval 12">
              <a:extLst>
                <a:ext uri="{FF2B5EF4-FFF2-40B4-BE49-F238E27FC236}">
                  <a16:creationId xmlns:a16="http://schemas.microsoft.com/office/drawing/2014/main" id="{5AA848A7-21BC-BA76-DFEE-E8440220502A}"/>
                </a:ext>
              </a:extLst>
            </p:cNvPr>
            <p:cNvSpPr/>
            <p:nvPr userDrawn="1"/>
          </p:nvSpPr>
          <p:spPr>
            <a:xfrm>
              <a:off x="8789958" y="757109"/>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4" name="Oval 13">
              <a:extLst>
                <a:ext uri="{FF2B5EF4-FFF2-40B4-BE49-F238E27FC236}">
                  <a16:creationId xmlns:a16="http://schemas.microsoft.com/office/drawing/2014/main" id="{F53154A5-AE7F-69EA-73D5-EAA50596C9E7}"/>
                </a:ext>
              </a:extLst>
            </p:cNvPr>
            <p:cNvSpPr/>
            <p:nvPr userDrawn="1"/>
          </p:nvSpPr>
          <p:spPr>
            <a:xfrm>
              <a:off x="8789958" y="656132"/>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5" name="Oval 14">
              <a:extLst>
                <a:ext uri="{FF2B5EF4-FFF2-40B4-BE49-F238E27FC236}">
                  <a16:creationId xmlns:a16="http://schemas.microsoft.com/office/drawing/2014/main" id="{36A18806-1AA0-D401-C859-02DDE42F48F7}"/>
                </a:ext>
              </a:extLst>
            </p:cNvPr>
            <p:cNvSpPr/>
            <p:nvPr userDrawn="1"/>
          </p:nvSpPr>
          <p:spPr>
            <a:xfrm>
              <a:off x="8789958" y="555155"/>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6" name="Oval 15">
              <a:extLst>
                <a:ext uri="{FF2B5EF4-FFF2-40B4-BE49-F238E27FC236}">
                  <a16:creationId xmlns:a16="http://schemas.microsoft.com/office/drawing/2014/main" id="{CC62B4FB-F33A-4394-CC96-5BE7F2CB3B01}"/>
                </a:ext>
              </a:extLst>
            </p:cNvPr>
            <p:cNvSpPr/>
            <p:nvPr userDrawn="1"/>
          </p:nvSpPr>
          <p:spPr>
            <a:xfrm>
              <a:off x="8789958" y="454178"/>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7" name="Oval 16">
              <a:extLst>
                <a:ext uri="{FF2B5EF4-FFF2-40B4-BE49-F238E27FC236}">
                  <a16:creationId xmlns:a16="http://schemas.microsoft.com/office/drawing/2014/main" id="{7C3A1364-EF48-FC93-B4ED-7609419BA165}"/>
                </a:ext>
              </a:extLst>
            </p:cNvPr>
            <p:cNvSpPr/>
            <p:nvPr userDrawn="1"/>
          </p:nvSpPr>
          <p:spPr>
            <a:xfrm>
              <a:off x="8789958" y="353201"/>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8" name="Oval 17">
              <a:extLst>
                <a:ext uri="{FF2B5EF4-FFF2-40B4-BE49-F238E27FC236}">
                  <a16:creationId xmlns:a16="http://schemas.microsoft.com/office/drawing/2014/main" id="{0CE443F7-FF39-1CC5-1CA7-4199186C2C6C}"/>
                </a:ext>
              </a:extLst>
            </p:cNvPr>
            <p:cNvSpPr/>
            <p:nvPr userDrawn="1"/>
          </p:nvSpPr>
          <p:spPr>
            <a:xfrm>
              <a:off x="8789958" y="252224"/>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19" name="Oval 18">
              <a:extLst>
                <a:ext uri="{FF2B5EF4-FFF2-40B4-BE49-F238E27FC236}">
                  <a16:creationId xmlns:a16="http://schemas.microsoft.com/office/drawing/2014/main" id="{18F4E5B3-D314-49C4-9F58-2722477FE716}"/>
                </a:ext>
              </a:extLst>
            </p:cNvPr>
            <p:cNvSpPr/>
            <p:nvPr userDrawn="1"/>
          </p:nvSpPr>
          <p:spPr>
            <a:xfrm>
              <a:off x="8789958" y="151247"/>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sp>
          <p:nvSpPr>
            <p:cNvPr id="20" name="Oval 19">
              <a:extLst>
                <a:ext uri="{FF2B5EF4-FFF2-40B4-BE49-F238E27FC236}">
                  <a16:creationId xmlns:a16="http://schemas.microsoft.com/office/drawing/2014/main" id="{6D92C0C4-94B1-EAEB-B9DC-632D0DE895A0}"/>
                </a:ext>
              </a:extLst>
            </p:cNvPr>
            <p:cNvSpPr/>
            <p:nvPr userDrawn="1"/>
          </p:nvSpPr>
          <p:spPr>
            <a:xfrm>
              <a:off x="8789958" y="50270"/>
              <a:ext cx="54000" cy="54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highlight>
                  <a:srgbClr val="1B4688"/>
                </a:highlight>
              </a:endParaRPr>
            </a:p>
          </p:txBody>
        </p:sp>
      </p:grpSp>
      <p:sp>
        <p:nvSpPr>
          <p:cNvPr id="5" name="Title 1"/>
          <p:cNvSpPr>
            <a:spLocks noGrp="1"/>
          </p:cNvSpPr>
          <p:nvPr>
            <p:ph type="title"/>
          </p:nvPr>
        </p:nvSpPr>
        <p:spPr>
          <a:xfrm>
            <a:off x="395288" y="249968"/>
            <a:ext cx="8208962" cy="302932"/>
          </a:xfrm>
        </p:spPr>
        <p:txBody>
          <a:bodyPr lIns="0" tIns="0" rIns="0" bIns="0" anchor="t"/>
          <a:lstStyle>
            <a:lvl1pPr>
              <a:lnSpc>
                <a:spcPct val="100000"/>
              </a:lnSpc>
              <a:spcAft>
                <a:spcPts val="600"/>
              </a:spcAft>
              <a:defRPr>
                <a:solidFill>
                  <a:schemeClr val="tx2"/>
                </a:solidFill>
              </a:defRPr>
            </a:lvl1pPr>
          </a:lstStyle>
          <a:p>
            <a:r>
              <a:rPr lang="en-US"/>
              <a:t>Click to edit Master title style</a:t>
            </a:r>
            <a:endParaRPr lang="en-AU"/>
          </a:p>
        </p:txBody>
      </p:sp>
      <p:sp>
        <p:nvSpPr>
          <p:cNvPr id="4" name="Slide Number Placeholder 5">
            <a:extLst>
              <a:ext uri="{FF2B5EF4-FFF2-40B4-BE49-F238E27FC236}">
                <a16:creationId xmlns:a16="http://schemas.microsoft.com/office/drawing/2014/main" id="{75C99682-E787-5115-1FD5-4F16E35408D3}"/>
              </a:ext>
            </a:extLst>
          </p:cNvPr>
          <p:cNvSpPr>
            <a:spLocks noGrp="1"/>
          </p:cNvSpPr>
          <p:nvPr>
            <p:ph type="sldNum" sz="quarter" idx="4"/>
          </p:nvPr>
        </p:nvSpPr>
        <p:spPr>
          <a:xfrm>
            <a:off x="8353743" y="4864380"/>
            <a:ext cx="250825" cy="117195"/>
          </a:xfrm>
          <a:prstGeom prst="rect">
            <a:avLst/>
          </a:prstGeom>
        </p:spPr>
        <p:txBody>
          <a:bodyPr vert="horz" lIns="0" tIns="0" rIns="0" bIns="0" rtlCol="0" anchor="ctr">
            <a:noAutofit/>
          </a:bodyPr>
          <a:lstStyle>
            <a:lvl1pPr algn="r">
              <a:defRPr sz="700" b="0">
                <a:solidFill>
                  <a:schemeClr val="accent1"/>
                </a:solidFill>
              </a:defRPr>
            </a:lvl1pPr>
          </a:lstStyle>
          <a:p>
            <a:fld id="{BB1C4F31-AAC3-416A-A54A-167287B4272A}" type="slidenum">
              <a:rPr lang="en-AU" smtClean="0"/>
              <a:pPr/>
              <a:t>‹#›</a:t>
            </a:fld>
            <a:endParaRPr lang="en-AU"/>
          </a:p>
        </p:txBody>
      </p:sp>
    </p:spTree>
    <p:extLst>
      <p:ext uri="{BB962C8B-B14F-4D97-AF65-F5344CB8AC3E}">
        <p14:creationId xmlns:p14="http://schemas.microsoft.com/office/powerpoint/2010/main" val="17049374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1">
    <p:bg>
      <p:bgPr>
        <a:solidFill>
          <a:schemeClr val="bg1">
            <a:lumMod val="50000"/>
          </a:schemeClr>
        </a:solidFill>
        <a:effectLst/>
      </p:bgPr>
    </p:bg>
    <p:spTree>
      <p:nvGrpSpPr>
        <p:cNvPr id="1" name=""/>
        <p:cNvGrpSpPr/>
        <p:nvPr/>
      </p:nvGrpSpPr>
      <p:grpSpPr>
        <a:xfrm>
          <a:off x="0" y="0"/>
          <a:ext cx="0" cy="0"/>
          <a:chOff x="0" y="0"/>
          <a:chExt cx="0" cy="0"/>
        </a:xfrm>
      </p:grpSpPr>
      <p:sp>
        <p:nvSpPr>
          <p:cNvPr id="27" name="Rectangle 26">
            <a:extLst>
              <a:ext uri="{C183D7F6-B498-43B3-948B-1728B52AA6E4}">
                <adec:decorative xmlns:adec="http://schemas.microsoft.com/office/drawing/2017/decorative" val="1"/>
              </a:ext>
            </a:extLst>
          </p:cNvPr>
          <p:cNvSpPr/>
          <p:nvPr userDrawn="1"/>
        </p:nvSpPr>
        <p:spPr>
          <a:xfrm>
            <a:off x="0" y="0"/>
            <a:ext cx="9144000" cy="19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8" name="Rectangle 27">
            <a:extLst>
              <a:ext uri="{C183D7F6-B498-43B3-948B-1728B52AA6E4}">
                <adec:decorative xmlns:adec="http://schemas.microsoft.com/office/drawing/2017/decorative" val="1"/>
              </a:ext>
            </a:extLst>
          </p:cNvPr>
          <p:cNvSpPr/>
          <p:nvPr userDrawn="1"/>
        </p:nvSpPr>
        <p:spPr>
          <a:xfrm>
            <a:off x="0" y="4522500"/>
            <a:ext cx="9144000" cy="62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9" name="Rectangle 28">
            <a:extLst>
              <a:ext uri="{C183D7F6-B498-43B3-948B-1728B52AA6E4}">
                <adec:decorative xmlns:adec="http://schemas.microsoft.com/office/drawing/2017/decorative" val="1"/>
              </a:ext>
            </a:extLst>
          </p:cNvPr>
          <p:cNvSpPr/>
          <p:nvPr userDrawn="1"/>
        </p:nvSpPr>
        <p:spPr>
          <a:xfrm>
            <a:off x="0" y="3295963"/>
            <a:ext cx="9144000" cy="100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0" name="Title 1"/>
          <p:cNvSpPr>
            <a:spLocks noGrp="1"/>
          </p:cNvSpPr>
          <p:nvPr>
            <p:ph type="ctrTitle"/>
          </p:nvPr>
        </p:nvSpPr>
        <p:spPr>
          <a:xfrm>
            <a:off x="338877" y="3330824"/>
            <a:ext cx="8280000" cy="486102"/>
          </a:xfrm>
        </p:spPr>
        <p:txBody>
          <a:bodyPr lIns="36000" tIns="36000" rIns="36000" bIns="36000" anchor="b" anchorCtr="0">
            <a:noAutofit/>
          </a:bodyPr>
          <a:lstStyle>
            <a:lvl1pPr algn="l">
              <a:lnSpc>
                <a:spcPct val="90000"/>
              </a:lnSpc>
              <a:defRPr sz="1800" b="1">
                <a:solidFill>
                  <a:schemeClr val="bg1"/>
                </a:solidFill>
                <a:latin typeface="+mn-lt"/>
              </a:defRPr>
            </a:lvl1pPr>
          </a:lstStyle>
          <a:p>
            <a:r>
              <a:rPr lang="en-US"/>
              <a:t>Click to edit Master title style</a:t>
            </a:r>
            <a:endParaRPr lang="en-AU"/>
          </a:p>
        </p:txBody>
      </p:sp>
      <p:sp>
        <p:nvSpPr>
          <p:cNvPr id="11" name="Subtitle 2"/>
          <p:cNvSpPr>
            <a:spLocks noGrp="1"/>
          </p:cNvSpPr>
          <p:nvPr>
            <p:ph type="subTitle" idx="1"/>
          </p:nvPr>
        </p:nvSpPr>
        <p:spPr>
          <a:xfrm>
            <a:off x="338877" y="3787477"/>
            <a:ext cx="8280000" cy="284177"/>
          </a:xfrm>
        </p:spPr>
        <p:txBody>
          <a:bodyPr lIns="36000" tIns="36000" rIns="36000" bIns="36000">
            <a:noAutofit/>
          </a:bodyPr>
          <a:lstStyle>
            <a:lvl1pPr marL="0" indent="0" algn="l">
              <a:lnSpc>
                <a:spcPct val="95000"/>
              </a:lnSpc>
              <a:spcBef>
                <a:spcPts val="0"/>
              </a:spcBef>
              <a:buNone/>
              <a:defRPr sz="1200" b="0">
                <a:solidFill>
                  <a:schemeClr val="bg1"/>
                </a:solidFill>
                <a:latin typeface="+mn-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AU"/>
          </a:p>
        </p:txBody>
      </p:sp>
      <p:sp>
        <p:nvSpPr>
          <p:cNvPr id="7" name="Text Placeholder 6"/>
          <p:cNvSpPr>
            <a:spLocks noGrp="1"/>
          </p:cNvSpPr>
          <p:nvPr>
            <p:ph type="body" sz="quarter" idx="10" hasCustomPrompt="1"/>
          </p:nvPr>
        </p:nvSpPr>
        <p:spPr>
          <a:xfrm>
            <a:off x="343277" y="3993444"/>
            <a:ext cx="8280000" cy="216000"/>
          </a:xfrm>
        </p:spPr>
        <p:txBody>
          <a:bodyPr/>
          <a:lstStyle>
            <a:lvl1pPr>
              <a:defRPr sz="900">
                <a:solidFill>
                  <a:schemeClr val="bg1"/>
                </a:solidFill>
              </a:defRPr>
            </a:lvl1pPr>
          </a:lstStyle>
          <a:p>
            <a:pPr lvl="0"/>
            <a:r>
              <a:rPr lang="en-US"/>
              <a:t>Insert date</a:t>
            </a:r>
            <a:endParaRPr lang="en-AU"/>
          </a:p>
        </p:txBody>
      </p:sp>
      <p:sp>
        <p:nvSpPr>
          <p:cNvPr id="30" name="Rectangle 29">
            <a:extLst>
              <a:ext uri="{C183D7F6-B498-43B3-948B-1728B52AA6E4}">
                <adec:decorative xmlns:adec="http://schemas.microsoft.com/office/drawing/2017/decorative" val="1"/>
              </a:ext>
            </a:extLst>
          </p:cNvPr>
          <p:cNvSpPr/>
          <p:nvPr userDrawn="1"/>
        </p:nvSpPr>
        <p:spPr>
          <a:xfrm>
            <a:off x="0" y="4306500"/>
            <a:ext cx="9144000" cy="1080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31" name="Rectangle 30">
            <a:extLst>
              <a:ext uri="{C183D7F6-B498-43B3-948B-1728B52AA6E4}">
                <adec:decorative xmlns:adec="http://schemas.microsoft.com/office/drawing/2017/decorative" val="1"/>
              </a:ext>
            </a:extLst>
          </p:cNvPr>
          <p:cNvSpPr/>
          <p:nvPr userDrawn="1"/>
        </p:nvSpPr>
        <p:spPr>
          <a:xfrm>
            <a:off x="0" y="4414500"/>
            <a:ext cx="9144000" cy="1080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5" name="Rectangle 24">
            <a:extLst>
              <a:ext uri="{C183D7F6-B498-43B3-948B-1728B52AA6E4}">
                <adec:decorative xmlns:adec="http://schemas.microsoft.com/office/drawing/2017/decorative" val="1"/>
              </a:ext>
            </a:extLst>
          </p:cNvPr>
          <p:cNvSpPr/>
          <p:nvPr userDrawn="1"/>
        </p:nvSpPr>
        <p:spPr>
          <a:xfrm>
            <a:off x="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26" name="Rectangle 25">
            <a:extLst>
              <a:ext uri="{C183D7F6-B498-43B3-948B-1728B52AA6E4}">
                <adec:decorative xmlns:adec="http://schemas.microsoft.com/office/drawing/2017/decorative" val="1"/>
              </a:ext>
            </a:extLst>
          </p:cNvPr>
          <p:cNvSpPr/>
          <p:nvPr userDrawn="1"/>
        </p:nvSpPr>
        <p:spPr>
          <a:xfrm>
            <a:off x="894600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5" name="object 8" descr="Victoria State Government logo"/>
          <p:cNvSpPr>
            <a:spLocks noChangeAspect="1"/>
          </p:cNvSpPr>
          <p:nvPr userDrawn="1"/>
        </p:nvSpPr>
        <p:spPr>
          <a:xfrm>
            <a:off x="359999" y="4696168"/>
            <a:ext cx="477128" cy="270313"/>
          </a:xfrm>
          <a:prstGeom prst="rect">
            <a:avLst/>
          </a:prstGeom>
          <a:blipFill>
            <a:blip r:embed="rId2" cstate="print"/>
            <a:stretch>
              <a:fillRect/>
            </a:stretch>
          </a:blipFill>
        </p:spPr>
        <p:txBody>
          <a:bodyPr wrap="square" lIns="0" tIns="0" rIns="0" bIns="0" rtlCol="0"/>
          <a:lstStyle/>
          <a:p>
            <a:endParaRPr/>
          </a:p>
        </p:txBody>
      </p:sp>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38400" y="4702218"/>
            <a:ext cx="1089722" cy="261788"/>
          </a:xfrm>
          <a:prstGeom prst="rect">
            <a:avLst/>
          </a:prstGeom>
        </p:spPr>
      </p:pic>
      <p:pic>
        <p:nvPicPr>
          <p:cNvPr id="4" name="Picture 3">
            <a:extLst>
              <a:ext uri="{FF2B5EF4-FFF2-40B4-BE49-F238E27FC236}">
                <a16:creationId xmlns:a16="http://schemas.microsoft.com/office/drawing/2014/main" id="{82D696AE-FD9D-44F0-B410-63A8F0C04553}"/>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0"/>
            <a:ext cx="2084836" cy="3108966"/>
          </a:xfrm>
          <a:prstGeom prst="rect">
            <a:avLst/>
          </a:prstGeom>
        </p:spPr>
      </p:pic>
    </p:spTree>
    <p:extLst>
      <p:ext uri="{BB962C8B-B14F-4D97-AF65-F5344CB8AC3E}">
        <p14:creationId xmlns:p14="http://schemas.microsoft.com/office/powerpoint/2010/main" val="956127020"/>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p:bgPr>
        <a:solidFill>
          <a:schemeClr val="bg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800126-F5D9-4CAB-9532-C81ABB45013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8000" y="198000"/>
            <a:ext cx="5169419" cy="4294641"/>
          </a:xfrm>
          <a:prstGeom prst="rect">
            <a:avLst/>
          </a:prstGeom>
        </p:spPr>
      </p:pic>
      <p:sp>
        <p:nvSpPr>
          <p:cNvPr id="16" name="Rectangle 15">
            <a:extLst>
              <a:ext uri="{C183D7F6-B498-43B3-948B-1728B52AA6E4}">
                <adec:decorative xmlns:adec="http://schemas.microsoft.com/office/drawing/2017/decorative" val="1"/>
              </a:ext>
            </a:extLst>
          </p:cNvPr>
          <p:cNvSpPr/>
          <p:nvPr userDrawn="1"/>
        </p:nvSpPr>
        <p:spPr>
          <a:xfrm>
            <a:off x="894600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9" name="Rectangle 8">
            <a:extLst>
              <a:ext uri="{C183D7F6-B498-43B3-948B-1728B52AA6E4}">
                <adec:decorative xmlns:adec="http://schemas.microsoft.com/office/drawing/2017/decorative" val="1"/>
              </a:ext>
            </a:extLst>
          </p:cNvPr>
          <p:cNvSpPr/>
          <p:nvPr userDrawn="1"/>
        </p:nvSpPr>
        <p:spPr>
          <a:xfrm>
            <a:off x="0" y="4522500"/>
            <a:ext cx="9144000" cy="62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4" name="Rectangle 13">
            <a:extLst>
              <a:ext uri="{C183D7F6-B498-43B3-948B-1728B52AA6E4}">
                <adec:decorative xmlns:adec="http://schemas.microsoft.com/office/drawing/2017/decorative" val="1"/>
              </a:ext>
            </a:extLst>
          </p:cNvPr>
          <p:cNvSpPr/>
          <p:nvPr userDrawn="1"/>
        </p:nvSpPr>
        <p:spPr>
          <a:xfrm>
            <a:off x="0" y="0"/>
            <a:ext cx="9144000" cy="19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5" name="Rectangle 14">
            <a:extLst>
              <a:ext uri="{C183D7F6-B498-43B3-948B-1728B52AA6E4}">
                <adec:decorative xmlns:adec="http://schemas.microsoft.com/office/drawing/2017/decorative" val="1"/>
              </a:ext>
            </a:extLst>
          </p:cNvPr>
          <p:cNvSpPr/>
          <p:nvPr userDrawn="1"/>
        </p:nvSpPr>
        <p:spPr>
          <a:xfrm>
            <a:off x="0" y="0"/>
            <a:ext cx="198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sp>
        <p:nvSpPr>
          <p:cNvPr id="10" name="Title 1"/>
          <p:cNvSpPr>
            <a:spLocks noGrp="1"/>
          </p:cNvSpPr>
          <p:nvPr>
            <p:ph type="ctrTitle"/>
          </p:nvPr>
        </p:nvSpPr>
        <p:spPr>
          <a:xfrm>
            <a:off x="522000" y="364499"/>
            <a:ext cx="2808000" cy="1488015"/>
          </a:xfrm>
        </p:spPr>
        <p:txBody>
          <a:bodyPr lIns="36000" tIns="36000" rIns="36000" bIns="36000" anchor="t" anchorCtr="0">
            <a:noAutofit/>
          </a:bodyPr>
          <a:lstStyle>
            <a:lvl1pPr algn="l">
              <a:lnSpc>
                <a:spcPct val="90000"/>
              </a:lnSpc>
              <a:defRPr sz="2400" b="1">
                <a:solidFill>
                  <a:schemeClr val="bg1"/>
                </a:solidFill>
                <a:latin typeface="+mn-lt"/>
              </a:defRPr>
            </a:lvl1pPr>
          </a:lstStyle>
          <a:p>
            <a:r>
              <a:rPr lang="en-US"/>
              <a:t>Click to edit Master title style</a:t>
            </a:r>
            <a:endParaRPr lang="en-AU"/>
          </a:p>
        </p:txBody>
      </p:sp>
      <p:sp>
        <p:nvSpPr>
          <p:cNvPr id="11" name="Subtitle 2"/>
          <p:cNvSpPr>
            <a:spLocks noGrp="1"/>
          </p:cNvSpPr>
          <p:nvPr>
            <p:ph type="subTitle" idx="1"/>
          </p:nvPr>
        </p:nvSpPr>
        <p:spPr>
          <a:xfrm>
            <a:off x="522000" y="1866015"/>
            <a:ext cx="2808000" cy="621000"/>
          </a:xfrm>
        </p:spPr>
        <p:txBody>
          <a:bodyPr lIns="36000" tIns="36000" rIns="36000" bIns="36000">
            <a:noAutofit/>
          </a:bodyPr>
          <a:lstStyle>
            <a:lvl1pPr marL="0" indent="0" algn="l">
              <a:lnSpc>
                <a:spcPct val="95000"/>
              </a:lnSpc>
              <a:spcBef>
                <a:spcPts val="0"/>
              </a:spcBef>
              <a:buNone/>
              <a:defRPr sz="1600" b="1">
                <a:solidFill>
                  <a:schemeClr val="bg1"/>
                </a:solidFill>
                <a:latin typeface="+mn-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AU"/>
          </a:p>
        </p:txBody>
      </p:sp>
      <p:sp>
        <p:nvSpPr>
          <p:cNvPr id="12" name="Text Placeholder 7"/>
          <p:cNvSpPr>
            <a:spLocks noGrp="1"/>
          </p:cNvSpPr>
          <p:nvPr>
            <p:ph type="body" sz="quarter" idx="13" hasCustomPrompt="1"/>
          </p:nvPr>
        </p:nvSpPr>
        <p:spPr>
          <a:xfrm>
            <a:off x="522000" y="2500515"/>
            <a:ext cx="2808000" cy="378000"/>
          </a:xfrm>
        </p:spPr>
        <p:txBody>
          <a:bodyPr lIns="36000" tIns="36000" rIns="36000" bIns="36000">
            <a:noAutofit/>
          </a:bodyPr>
          <a:lstStyle>
            <a:lvl1pPr marL="0" indent="0">
              <a:lnSpc>
                <a:spcPct val="100000"/>
              </a:lnSpc>
              <a:spcBef>
                <a:spcPts val="0"/>
              </a:spcBef>
              <a:buFontTx/>
              <a:buNone/>
              <a:defRPr sz="1200" b="1" baseline="0">
                <a:solidFill>
                  <a:schemeClr val="bg1"/>
                </a:solidFill>
                <a:latin typeface="+mn-lt"/>
              </a:defRPr>
            </a:lvl1pPr>
          </a:lstStyle>
          <a:p>
            <a:pPr lvl="0"/>
            <a:r>
              <a:rPr lang="en-US"/>
              <a:t>Insert Date</a:t>
            </a:r>
            <a:endParaRPr lang="en-AU"/>
          </a:p>
        </p:txBody>
      </p:sp>
      <p:sp>
        <p:nvSpPr>
          <p:cNvPr id="17" name="object 8" descr="Victoria State Government logo"/>
          <p:cNvSpPr>
            <a:spLocks noChangeAspect="1"/>
          </p:cNvSpPr>
          <p:nvPr userDrawn="1"/>
        </p:nvSpPr>
        <p:spPr>
          <a:xfrm>
            <a:off x="360000" y="4690044"/>
            <a:ext cx="483566" cy="273961"/>
          </a:xfrm>
          <a:prstGeom prst="rect">
            <a:avLst/>
          </a:prstGeom>
          <a:blipFill>
            <a:blip r:embed="rId3" cstate="print"/>
            <a:stretch>
              <a:fillRect/>
            </a:stretch>
          </a:blipFill>
        </p:spPr>
        <p:txBody>
          <a:bodyPr wrap="square" lIns="0" tIns="0" rIns="0" bIns="0" rtlCol="0"/>
          <a:lstStyle/>
          <a:p>
            <a:endParaRPr/>
          </a:p>
        </p:txBody>
      </p:sp>
      <p:pic>
        <p:nvPicPr>
          <p:cNvPr id="18" name="Picture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538400" y="4702218"/>
            <a:ext cx="1089722" cy="261788"/>
          </a:xfrm>
          <a:prstGeom prst="rect">
            <a:avLst/>
          </a:prstGeom>
        </p:spPr>
      </p:pic>
    </p:spTree>
    <p:extLst>
      <p:ext uri="{BB962C8B-B14F-4D97-AF65-F5344CB8AC3E}">
        <p14:creationId xmlns:p14="http://schemas.microsoft.com/office/powerpoint/2010/main" val="755050276"/>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5" name="Content Placeholder 4"/>
          <p:cNvSpPr>
            <a:spLocks noGrp="1"/>
          </p:cNvSpPr>
          <p:nvPr>
            <p:ph sz="quarter" idx="13" hasCustomPrompt="1"/>
          </p:nvPr>
        </p:nvSpPr>
        <p:spPr>
          <a:xfrm>
            <a:off x="720725" y="1080000"/>
            <a:ext cx="7702550" cy="3672000"/>
          </a:xfrm>
        </p:spPr>
        <p:txBody>
          <a:bodyPr/>
          <a:lstStyle>
            <a:lvl1pPr>
              <a:defRPr/>
            </a:lvl1pPr>
          </a:lstStyle>
          <a:p>
            <a:pPr lvl="0"/>
            <a:r>
              <a:rPr lang="en-US"/>
              <a:t>Press the Increase Indent Button for a Subheading, twice for a bullet, three times for a second level bullet and four times for large subheading. Press the Decrease button to move back through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Footer Placeholder 7"/>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7" name="Date Placeholder 6"/>
          <p:cNvSpPr>
            <a:spLocks noGrp="1"/>
          </p:cNvSpPr>
          <p:nvPr>
            <p:ph type="dt" sz="half" idx="10"/>
          </p:nvPr>
        </p:nvSpPr>
        <p:spPr/>
        <p:txBody>
          <a:bodyPr/>
          <a:lstStyle/>
          <a:p>
            <a:fld id="{2C8B44EA-9780-4188-87EC-ED088329FCFF}" type="datetime1">
              <a:rPr lang="en-AU" smtClean="0"/>
              <a:t>5/05/2026</a:t>
            </a:fld>
            <a:endParaRPr lang="en-AU"/>
          </a:p>
        </p:txBody>
      </p:sp>
      <p:sp>
        <p:nvSpPr>
          <p:cNvPr id="9" name="Slide Number Placeholder 8"/>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3397962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Circles">
    <p:spTree>
      <p:nvGrpSpPr>
        <p:cNvPr id="1" name=""/>
        <p:cNvGrpSpPr/>
        <p:nvPr/>
      </p:nvGrpSpPr>
      <p:grpSpPr>
        <a:xfrm>
          <a:off x="0" y="0"/>
          <a:ext cx="0" cy="0"/>
          <a:chOff x="0" y="0"/>
          <a:chExt cx="0" cy="0"/>
        </a:xfrm>
      </p:grpSpPr>
      <p:sp>
        <p:nvSpPr>
          <p:cNvPr id="2" name="Title 1"/>
          <p:cNvSpPr>
            <a:spLocks noGrp="1"/>
          </p:cNvSpPr>
          <p:nvPr>
            <p:ph type="title"/>
          </p:nvPr>
        </p:nvSpPr>
        <p:spPr>
          <a:xfrm>
            <a:off x="720000" y="54000"/>
            <a:ext cx="5292000" cy="945000"/>
          </a:xfrm>
        </p:spPr>
        <p:txBody>
          <a:bodyPr/>
          <a:lstStyle>
            <a:lvl1pPr>
              <a:defRPr>
                <a:solidFill>
                  <a:schemeClr val="tx2"/>
                </a:solidFill>
              </a:defRPr>
            </a:lvl1pPr>
          </a:lstStyle>
          <a:p>
            <a:r>
              <a:rPr lang="en-US"/>
              <a:t>Click to edit Master title style</a:t>
            </a:r>
            <a:endParaRPr lang="en-AU"/>
          </a:p>
        </p:txBody>
      </p:sp>
      <p:sp>
        <p:nvSpPr>
          <p:cNvPr id="5" name="Content Placeholder 4"/>
          <p:cNvSpPr>
            <a:spLocks noGrp="1"/>
          </p:cNvSpPr>
          <p:nvPr>
            <p:ph sz="quarter" idx="13" hasCustomPrompt="1"/>
          </p:nvPr>
        </p:nvSpPr>
        <p:spPr>
          <a:xfrm>
            <a:off x="720000" y="1080000"/>
            <a:ext cx="5904000" cy="3672000"/>
          </a:xfrm>
        </p:spPr>
        <p:txBody>
          <a:bodyPr/>
          <a:lstStyle>
            <a:lvl1pPr>
              <a:defRPr/>
            </a:lvl1pPr>
          </a:lstStyle>
          <a:p>
            <a:pPr lvl="0"/>
            <a:r>
              <a:rPr lang="en-US"/>
              <a:t>Press the Increase Indent Button for a Subheading, twice for a bullet, three times for a second level bullet and four times for large subheading. Press the Decrease button to move back through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Footer Placeholder 8"/>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8" name="Date Placeholder 7"/>
          <p:cNvSpPr>
            <a:spLocks noGrp="1"/>
          </p:cNvSpPr>
          <p:nvPr>
            <p:ph type="dt" sz="half" idx="10"/>
          </p:nvPr>
        </p:nvSpPr>
        <p:spPr/>
        <p:txBody>
          <a:bodyPr/>
          <a:lstStyle/>
          <a:p>
            <a:fld id="{C0EA7112-3F92-44E0-8CA0-A19BFABD4D9F}" type="datetime1">
              <a:rPr lang="en-AU" smtClean="0"/>
              <a:t>5/05/2026</a:t>
            </a:fld>
            <a:endParaRPr lang="en-AU"/>
          </a:p>
        </p:txBody>
      </p:sp>
      <p:sp>
        <p:nvSpPr>
          <p:cNvPr id="10" name="Slide Number Placeholder 9"/>
          <p:cNvSpPr>
            <a:spLocks noGrp="1"/>
          </p:cNvSpPr>
          <p:nvPr>
            <p:ph type="sldNum" sz="quarter" idx="12"/>
          </p:nvPr>
        </p:nvSpPr>
        <p:spPr/>
        <p:txBody>
          <a:bodyPr/>
          <a:lstStyle/>
          <a:p>
            <a:fld id="{BB1C4F31-AAC3-416A-A54A-167287B4272A}" type="slidenum">
              <a:rPr lang="en-AU" smtClean="0"/>
              <a:pPr/>
              <a:t>‹#›</a:t>
            </a:fld>
            <a:endParaRPr lang="en-AU"/>
          </a:p>
        </p:txBody>
      </p:sp>
      <p:pic>
        <p:nvPicPr>
          <p:cNvPr id="4" name="Picture 3">
            <a:extLst>
              <a:ext uri="{FF2B5EF4-FFF2-40B4-BE49-F238E27FC236}">
                <a16:creationId xmlns:a16="http://schemas.microsoft.com/office/drawing/2014/main" id="{4CB6AF5C-38F1-4BAB-AB46-A8064BD2EFC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12000" y="0"/>
            <a:ext cx="3130302" cy="2154940"/>
          </a:xfrm>
          <a:prstGeom prst="rect">
            <a:avLst/>
          </a:prstGeom>
        </p:spPr>
      </p:pic>
    </p:spTree>
    <p:extLst>
      <p:ext uri="{BB962C8B-B14F-4D97-AF65-F5344CB8AC3E}">
        <p14:creationId xmlns:p14="http://schemas.microsoft.com/office/powerpoint/2010/main" val="11816101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2" name="Rectangle 21">
            <a:extLst>
              <a:ext uri="{C183D7F6-B498-43B3-948B-1728B52AA6E4}">
                <adec:decorative xmlns:adec="http://schemas.microsoft.com/office/drawing/2017/decorative" val="1"/>
              </a:ext>
            </a:extLst>
          </p:cNvPr>
          <p:cNvSpPr/>
          <p:nvPr userDrawn="1"/>
        </p:nvSpPr>
        <p:spPr>
          <a:xfrm>
            <a:off x="0" y="0"/>
            <a:ext cx="9144000" cy="4968000"/>
          </a:xfrm>
          <a:prstGeom prst="rect">
            <a:avLst/>
          </a:prstGeom>
          <a:solidFill>
            <a:srgbClr val="00428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2000"/>
          </a:p>
        </p:txBody>
      </p:sp>
      <p:sp>
        <p:nvSpPr>
          <p:cNvPr id="7" name="Title 6"/>
          <p:cNvSpPr>
            <a:spLocks noGrp="1"/>
          </p:cNvSpPr>
          <p:nvPr>
            <p:ph type="title"/>
          </p:nvPr>
        </p:nvSpPr>
        <p:spPr>
          <a:xfrm>
            <a:off x="720000" y="1563902"/>
            <a:ext cx="7704000" cy="945000"/>
          </a:xfrm>
        </p:spPr>
        <p:txBody>
          <a:bodyPr anchor="b"/>
          <a:lstStyle>
            <a:lvl1pPr>
              <a:defRPr sz="2000"/>
            </a:lvl1pPr>
          </a:lstStyle>
          <a:p>
            <a:r>
              <a:rPr lang="en-US"/>
              <a:t>Click to edit Master title style</a:t>
            </a:r>
            <a:endParaRPr lang="en-AU"/>
          </a:p>
        </p:txBody>
      </p:sp>
      <p:sp>
        <p:nvSpPr>
          <p:cNvPr id="9" name="Text Placeholder 8"/>
          <p:cNvSpPr>
            <a:spLocks noGrp="1"/>
          </p:cNvSpPr>
          <p:nvPr>
            <p:ph type="body" sz="quarter" idx="13"/>
          </p:nvPr>
        </p:nvSpPr>
        <p:spPr>
          <a:xfrm>
            <a:off x="720725" y="2446957"/>
            <a:ext cx="7702550" cy="1469013"/>
          </a:xfrm>
        </p:spPr>
        <p:txBody>
          <a:bodyPr>
            <a:noAutofit/>
          </a:bodyPr>
          <a:lstStyle>
            <a:lvl1pPr>
              <a:defRPr sz="20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Rectangle 18">
            <a:extLst>
              <a:ext uri="{C183D7F6-B498-43B3-948B-1728B52AA6E4}">
                <adec:decorative xmlns:adec="http://schemas.microsoft.com/office/drawing/2017/decorative" val="1"/>
              </a:ext>
            </a:extLst>
          </p:cNvPr>
          <p:cNvSpPr/>
          <p:nvPr userDrawn="1"/>
        </p:nvSpPr>
        <p:spPr>
          <a:xfrm>
            <a:off x="0" y="4968000"/>
            <a:ext cx="9144000" cy="675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20" name="Rectangle 19">
            <a:extLst>
              <a:ext uri="{C183D7F6-B498-43B3-948B-1728B52AA6E4}">
                <adec:decorative xmlns:adec="http://schemas.microsoft.com/office/drawing/2017/decorative" val="1"/>
              </a:ext>
            </a:extLst>
          </p:cNvPr>
          <p:cNvSpPr/>
          <p:nvPr userDrawn="1"/>
        </p:nvSpPr>
        <p:spPr>
          <a:xfrm>
            <a:off x="0" y="5030100"/>
            <a:ext cx="9144000" cy="621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Tree>
    <p:extLst>
      <p:ext uri="{BB962C8B-B14F-4D97-AF65-F5344CB8AC3E}">
        <p14:creationId xmlns:p14="http://schemas.microsoft.com/office/powerpoint/2010/main" val="384926193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22" name="Rectangle 21">
            <a:extLst>
              <a:ext uri="{C183D7F6-B498-43B3-948B-1728B52AA6E4}">
                <adec:decorative xmlns:adec="http://schemas.microsoft.com/office/drawing/2017/decorative" val="1"/>
              </a:ext>
            </a:extLst>
          </p:cNvPr>
          <p:cNvSpPr/>
          <p:nvPr userDrawn="1"/>
        </p:nvSpPr>
        <p:spPr>
          <a:xfrm>
            <a:off x="0" y="0"/>
            <a:ext cx="9144000" cy="49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7" name="Title 6"/>
          <p:cNvSpPr>
            <a:spLocks noGrp="1"/>
          </p:cNvSpPr>
          <p:nvPr>
            <p:ph type="title"/>
          </p:nvPr>
        </p:nvSpPr>
        <p:spPr/>
        <p:txBody>
          <a:bodyPr/>
          <a:lstStyle/>
          <a:p>
            <a:r>
              <a:rPr lang="en-US"/>
              <a:t>Click to edit Master title style</a:t>
            </a:r>
            <a:endParaRPr lang="en-AU"/>
          </a:p>
        </p:txBody>
      </p:sp>
      <p:sp>
        <p:nvSpPr>
          <p:cNvPr id="9" name="Text Placeholder 8"/>
          <p:cNvSpPr>
            <a:spLocks noGrp="1"/>
          </p:cNvSpPr>
          <p:nvPr>
            <p:ph type="body" sz="quarter" idx="13"/>
          </p:nvPr>
        </p:nvSpPr>
        <p:spPr>
          <a:xfrm>
            <a:off x="720725" y="1080000"/>
            <a:ext cx="7702550" cy="3510000"/>
          </a:xfrm>
        </p:spPr>
        <p:txBody>
          <a:bodyPr>
            <a:normAutofit/>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9" name="Rectangle 18">
            <a:extLst>
              <a:ext uri="{C183D7F6-B498-43B3-948B-1728B52AA6E4}">
                <adec:decorative xmlns:adec="http://schemas.microsoft.com/office/drawing/2017/decorative" val="1"/>
              </a:ext>
            </a:extLst>
          </p:cNvPr>
          <p:cNvSpPr/>
          <p:nvPr userDrawn="1"/>
        </p:nvSpPr>
        <p:spPr>
          <a:xfrm>
            <a:off x="0" y="4968000"/>
            <a:ext cx="9144000" cy="675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20" name="Rectangle 19">
            <a:extLst>
              <a:ext uri="{C183D7F6-B498-43B3-948B-1728B52AA6E4}">
                <adec:decorative xmlns:adec="http://schemas.microsoft.com/office/drawing/2017/decorative" val="1"/>
              </a:ext>
            </a:extLst>
          </p:cNvPr>
          <p:cNvSpPr/>
          <p:nvPr userDrawn="1"/>
        </p:nvSpPr>
        <p:spPr>
          <a:xfrm>
            <a:off x="0" y="5030100"/>
            <a:ext cx="9144000" cy="621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Tree>
    <p:extLst>
      <p:ext uri="{BB962C8B-B14F-4D97-AF65-F5344CB8AC3E}">
        <p14:creationId xmlns:p14="http://schemas.microsoft.com/office/powerpoint/2010/main" val="4212249089"/>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3" name="Text Placeholder 2"/>
          <p:cNvSpPr>
            <a:spLocks noGrp="1"/>
          </p:cNvSpPr>
          <p:nvPr>
            <p:ph type="body" idx="1"/>
          </p:nvPr>
        </p:nvSpPr>
        <p:spPr>
          <a:xfrm>
            <a:off x="720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hasCustomPrompt="1"/>
          </p:nvPr>
        </p:nvSpPr>
        <p:spPr>
          <a:xfrm>
            <a:off x="720000" y="1670538"/>
            <a:ext cx="3780000" cy="3018254"/>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716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hasCustomPrompt="1"/>
          </p:nvPr>
        </p:nvSpPr>
        <p:spPr>
          <a:xfrm>
            <a:off x="4716000" y="1670538"/>
            <a:ext cx="3780000" cy="3018254"/>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7" name="Footer Placeholder 6">
            <a:extLst>
              <a:ext uri="{FF2B5EF4-FFF2-40B4-BE49-F238E27FC236}">
                <a16:creationId xmlns:a16="http://schemas.microsoft.com/office/drawing/2014/main" id="{D4E1BA90-E00E-46ED-B1F4-20FC6403DDF7}"/>
              </a:ext>
            </a:extLst>
          </p:cNvPr>
          <p:cNvSpPr>
            <a:spLocks noGrp="1"/>
          </p:cNvSpPr>
          <p:nvPr>
            <p:ph type="ftr" sz="quarter" idx="11"/>
          </p:nvPr>
        </p:nvSpPr>
        <p:spPr/>
        <p:txBody>
          <a:bodyPr/>
          <a:lstStyle/>
          <a:p>
            <a:r>
              <a:rPr lang="en-AU"/>
              <a:t>Footer text</a:t>
            </a:r>
          </a:p>
        </p:txBody>
      </p:sp>
      <p:sp>
        <p:nvSpPr>
          <p:cNvPr id="2" name="Date Placeholder 1">
            <a:extLst>
              <a:ext uri="{FF2B5EF4-FFF2-40B4-BE49-F238E27FC236}">
                <a16:creationId xmlns:a16="http://schemas.microsoft.com/office/drawing/2014/main" id="{8EBF6421-468A-4B66-8C73-B7B923A3A392}"/>
              </a:ext>
            </a:extLst>
          </p:cNvPr>
          <p:cNvSpPr>
            <a:spLocks noGrp="1"/>
          </p:cNvSpPr>
          <p:nvPr>
            <p:ph type="dt" sz="half" idx="10"/>
          </p:nvPr>
        </p:nvSpPr>
        <p:spPr/>
        <p:txBody>
          <a:bodyPr/>
          <a:lstStyle/>
          <a:p>
            <a:fld id="{9D730715-F26D-49BA-85D1-44BBC5829531}" type="datetime1">
              <a:rPr lang="en-AU" smtClean="0"/>
              <a:t>5/05/2026</a:t>
            </a:fld>
            <a:endParaRPr lang="en-AU"/>
          </a:p>
        </p:txBody>
      </p:sp>
      <p:sp>
        <p:nvSpPr>
          <p:cNvPr id="8" name="Slide Number Placeholder 7">
            <a:extLst>
              <a:ext uri="{FF2B5EF4-FFF2-40B4-BE49-F238E27FC236}">
                <a16:creationId xmlns:a16="http://schemas.microsoft.com/office/drawing/2014/main" id="{41645E38-5597-47A6-8C60-946F1104F11F}"/>
              </a:ext>
            </a:extLst>
          </p:cNvPr>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37861139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hasCustomPrompt="1"/>
          </p:nvPr>
        </p:nvSpPr>
        <p:spPr>
          <a:xfrm>
            <a:off x="720000" y="1080000"/>
            <a:ext cx="378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hasCustomPrompt="1"/>
          </p:nvPr>
        </p:nvSpPr>
        <p:spPr>
          <a:xfrm>
            <a:off x="4716000" y="1080000"/>
            <a:ext cx="378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9" name="Footer Placeholder 8"/>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8" name="Date Placeholder 7"/>
          <p:cNvSpPr>
            <a:spLocks noGrp="1"/>
          </p:cNvSpPr>
          <p:nvPr>
            <p:ph type="dt" sz="half" idx="10"/>
          </p:nvPr>
        </p:nvSpPr>
        <p:spPr/>
        <p:txBody>
          <a:bodyPr/>
          <a:lstStyle/>
          <a:p>
            <a:fld id="{A2E07AD5-5170-4712-A31D-E6DBBC3952BF}" type="datetime1">
              <a:rPr lang="en-AU" smtClean="0"/>
              <a:t>5/05/2026</a:t>
            </a:fld>
            <a:endParaRPr lang="en-AU"/>
          </a:p>
        </p:txBody>
      </p:sp>
      <p:sp>
        <p:nvSpPr>
          <p:cNvPr id="10" name="Slide Number Placeholder 9"/>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4010251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25965-90B1-4F01-A230-59D19D98D0B0}"/>
              </a:ext>
            </a:extLst>
          </p:cNvPr>
          <p:cNvSpPr>
            <a:spLocks noGrp="1"/>
          </p:cNvSpPr>
          <p:nvPr>
            <p:ph type="title"/>
          </p:nvPr>
        </p:nvSpPr>
        <p:spPr/>
        <p:txBody>
          <a:bodyPr/>
          <a:lstStyle/>
          <a:p>
            <a:r>
              <a:rPr lang="en-US"/>
              <a:t>Click to edit Master title style</a:t>
            </a:r>
            <a:endParaRPr lang="en-AU"/>
          </a:p>
        </p:txBody>
      </p:sp>
      <p:sp>
        <p:nvSpPr>
          <p:cNvPr id="7" name="Text Placeholder 6">
            <a:extLst>
              <a:ext uri="{FF2B5EF4-FFF2-40B4-BE49-F238E27FC236}">
                <a16:creationId xmlns:a16="http://schemas.microsoft.com/office/drawing/2014/main" id="{85447CB6-1DBB-4497-94DD-22504BB77A38}"/>
              </a:ext>
            </a:extLst>
          </p:cNvPr>
          <p:cNvSpPr>
            <a:spLocks noGrp="1"/>
          </p:cNvSpPr>
          <p:nvPr>
            <p:ph type="body" sz="quarter" idx="13"/>
          </p:nvPr>
        </p:nvSpPr>
        <p:spPr>
          <a:xfrm>
            <a:off x="720000" y="1080000"/>
            <a:ext cx="3780000" cy="486000"/>
          </a:xfrm>
        </p:spPr>
        <p:txBody>
          <a:bodyPr anchor="b" anchorCtr="0"/>
          <a:lstStyle>
            <a:lvl1pPr>
              <a:defRPr b="1">
                <a:solidFill>
                  <a:schemeClr val="tx2"/>
                </a:solidFill>
              </a:defRPr>
            </a:lvl1pPr>
          </a:lstStyle>
          <a:p>
            <a:pPr lvl="0"/>
            <a:r>
              <a:rPr lang="en-US"/>
              <a:t>Click to edit Master text styles</a:t>
            </a:r>
          </a:p>
        </p:txBody>
      </p:sp>
      <p:sp>
        <p:nvSpPr>
          <p:cNvPr id="9" name="Content Placeholder 8">
            <a:extLst>
              <a:ext uri="{FF2B5EF4-FFF2-40B4-BE49-F238E27FC236}">
                <a16:creationId xmlns:a16="http://schemas.microsoft.com/office/drawing/2014/main" id="{B64777B8-15B3-41C8-A50B-501E68DE6909}"/>
              </a:ext>
            </a:extLst>
          </p:cNvPr>
          <p:cNvSpPr>
            <a:spLocks noGrp="1"/>
          </p:cNvSpPr>
          <p:nvPr>
            <p:ph sz="quarter" idx="14" hasCustomPrompt="1"/>
          </p:nvPr>
        </p:nvSpPr>
        <p:spPr>
          <a:xfrm>
            <a:off x="720000" y="1670400"/>
            <a:ext cx="3780000" cy="2988000"/>
          </a:xfrm>
        </p:spPr>
        <p:txBody>
          <a:bodyPr/>
          <a:lstStyle/>
          <a:p>
            <a:pPr marL="0" marR="0" lvl="0" indent="0" algn="l" defTabSz="685800" rtl="0" eaLnBrk="1" fontAlgn="auto" latinLnBrk="0" hangingPunct="1">
              <a:lnSpc>
                <a:spcPct val="100000"/>
              </a:lnSpc>
              <a:spcBef>
                <a:spcPts val="300"/>
              </a:spcBef>
              <a:spcAft>
                <a:spcPts val="600"/>
              </a:spcAft>
              <a:buClrTx/>
              <a:buSzTx/>
              <a:buFontTx/>
              <a:buNone/>
              <a:tabLst/>
              <a:defRPr/>
            </a:pPr>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1" name="Text Placeholder 10">
            <a:extLst>
              <a:ext uri="{FF2B5EF4-FFF2-40B4-BE49-F238E27FC236}">
                <a16:creationId xmlns:a16="http://schemas.microsoft.com/office/drawing/2014/main" id="{B50D11BA-A6DD-4117-BD3D-35CBAF5B840D}"/>
              </a:ext>
            </a:extLst>
          </p:cNvPr>
          <p:cNvSpPr>
            <a:spLocks noGrp="1"/>
          </p:cNvSpPr>
          <p:nvPr>
            <p:ph type="body" sz="quarter" idx="15"/>
          </p:nvPr>
        </p:nvSpPr>
        <p:spPr>
          <a:xfrm>
            <a:off x="4716000" y="1080000"/>
            <a:ext cx="3780000" cy="486000"/>
          </a:xfrm>
        </p:spPr>
        <p:txBody>
          <a:bodyPr anchor="b" anchorCtr="0"/>
          <a:lstStyle>
            <a:lvl1pPr>
              <a:defRPr b="1">
                <a:solidFill>
                  <a:schemeClr val="tx2"/>
                </a:solidFill>
              </a:defRPr>
            </a:lvl1pPr>
          </a:lstStyle>
          <a:p>
            <a:pPr lvl="0"/>
            <a:r>
              <a:rPr lang="en-US"/>
              <a:t>Click to edit Master text styles</a:t>
            </a:r>
          </a:p>
        </p:txBody>
      </p:sp>
      <p:sp>
        <p:nvSpPr>
          <p:cNvPr id="13" name="Content Placeholder 12">
            <a:extLst>
              <a:ext uri="{FF2B5EF4-FFF2-40B4-BE49-F238E27FC236}">
                <a16:creationId xmlns:a16="http://schemas.microsoft.com/office/drawing/2014/main" id="{CC3FC2C2-4277-42CC-B41B-87516C501BDE}"/>
              </a:ext>
            </a:extLst>
          </p:cNvPr>
          <p:cNvSpPr>
            <a:spLocks noGrp="1"/>
          </p:cNvSpPr>
          <p:nvPr>
            <p:ph sz="quarter" idx="16" hasCustomPrompt="1"/>
          </p:nvPr>
        </p:nvSpPr>
        <p:spPr>
          <a:xfrm>
            <a:off x="4716000" y="16704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14">
            <a:extLst>
              <a:ext uri="{FF2B5EF4-FFF2-40B4-BE49-F238E27FC236}">
                <a16:creationId xmlns:a16="http://schemas.microsoft.com/office/drawing/2014/main" id="{A07B140C-854F-438C-9122-396F781A645C}"/>
              </a:ext>
            </a:extLst>
          </p:cNvPr>
          <p:cNvSpPr>
            <a:spLocks noGrp="1"/>
          </p:cNvSpPr>
          <p:nvPr>
            <p:ph sz="quarter" idx="17"/>
          </p:nvPr>
        </p:nvSpPr>
        <p:spPr>
          <a:xfrm>
            <a:off x="4716463" y="3204000"/>
            <a:ext cx="3780000" cy="14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Footer Placeholder 2">
            <a:extLst>
              <a:ext uri="{FF2B5EF4-FFF2-40B4-BE49-F238E27FC236}">
                <a16:creationId xmlns:a16="http://schemas.microsoft.com/office/drawing/2014/main" id="{AF3AF8E0-8FFD-4909-8802-60211226DBAC}"/>
              </a:ext>
            </a:extLst>
          </p:cNvPr>
          <p:cNvSpPr>
            <a:spLocks noGrp="1"/>
          </p:cNvSpPr>
          <p:nvPr>
            <p:ph type="ftr" sz="quarter" idx="10"/>
          </p:nvPr>
        </p:nvSpPr>
        <p:spPr/>
        <p:txBody>
          <a:bodyPr/>
          <a:lstStyle/>
          <a:p>
            <a:r>
              <a:rPr lang="en-AU"/>
              <a:t>Footer text</a:t>
            </a:r>
          </a:p>
        </p:txBody>
      </p:sp>
      <p:sp>
        <p:nvSpPr>
          <p:cNvPr id="4" name="Date Placeholder 3">
            <a:extLst>
              <a:ext uri="{FF2B5EF4-FFF2-40B4-BE49-F238E27FC236}">
                <a16:creationId xmlns:a16="http://schemas.microsoft.com/office/drawing/2014/main" id="{7BCD2642-E0F1-4E2E-AA61-5F0AEDC91AA0}"/>
              </a:ext>
            </a:extLst>
          </p:cNvPr>
          <p:cNvSpPr>
            <a:spLocks noGrp="1"/>
          </p:cNvSpPr>
          <p:nvPr>
            <p:ph type="dt" sz="half" idx="11"/>
          </p:nvPr>
        </p:nvSpPr>
        <p:spPr/>
        <p:txBody>
          <a:bodyPr/>
          <a:lstStyle/>
          <a:p>
            <a:fld id="{9D730715-F26D-49BA-85D1-44BBC5829531}" type="datetime1">
              <a:rPr lang="en-AU" smtClean="0"/>
              <a:t>5/05/2026</a:t>
            </a:fld>
            <a:endParaRPr lang="en-AU"/>
          </a:p>
        </p:txBody>
      </p:sp>
      <p:sp>
        <p:nvSpPr>
          <p:cNvPr id="5" name="Slide Number Placeholder 4">
            <a:extLst>
              <a:ext uri="{FF2B5EF4-FFF2-40B4-BE49-F238E27FC236}">
                <a16:creationId xmlns:a16="http://schemas.microsoft.com/office/drawing/2014/main" id="{77AAC2BD-7F4C-4706-A621-1AC4F9721BA0}"/>
              </a:ext>
            </a:extLst>
          </p:cNvPr>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198502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option 2">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3" name="Text Placeholder 2"/>
          <p:cNvSpPr>
            <a:spLocks noGrp="1"/>
          </p:cNvSpPr>
          <p:nvPr>
            <p:ph type="body" idx="1"/>
          </p:nvPr>
        </p:nvSpPr>
        <p:spPr>
          <a:xfrm>
            <a:off x="720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hasCustomPrompt="1"/>
          </p:nvPr>
        </p:nvSpPr>
        <p:spPr>
          <a:xfrm>
            <a:off x="720000" y="1670538"/>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5" name="Content Placeholder 5">
            <a:extLst>
              <a:ext uri="{FF2B5EF4-FFF2-40B4-BE49-F238E27FC236}">
                <a16:creationId xmlns:a16="http://schemas.microsoft.com/office/drawing/2014/main" id="{8873E84B-0F20-486D-8BB9-67855DAB33B5}"/>
              </a:ext>
            </a:extLst>
          </p:cNvPr>
          <p:cNvSpPr>
            <a:spLocks noGrp="1"/>
          </p:cNvSpPr>
          <p:nvPr>
            <p:ph sz="quarter" idx="14" hasCustomPrompt="1"/>
          </p:nvPr>
        </p:nvSpPr>
        <p:spPr>
          <a:xfrm>
            <a:off x="720000" y="32040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716000" y="1080000"/>
            <a:ext cx="3780000" cy="486000"/>
          </a:xfrm>
        </p:spPr>
        <p:txBody>
          <a:bodyPr anchor="b">
            <a:normAutofit/>
          </a:bodyPr>
          <a:lstStyle>
            <a:lvl1pPr marL="0" indent="0">
              <a:buNone/>
              <a:defRPr sz="1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hasCustomPrompt="1"/>
          </p:nvPr>
        </p:nvSpPr>
        <p:spPr>
          <a:xfrm>
            <a:off x="4716000" y="1670538"/>
            <a:ext cx="3780000" cy="2988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2" name="Footer Placeholder 11"/>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11" name="Date Placeholder 10"/>
          <p:cNvSpPr>
            <a:spLocks noGrp="1"/>
          </p:cNvSpPr>
          <p:nvPr>
            <p:ph type="dt" sz="half" idx="10"/>
          </p:nvPr>
        </p:nvSpPr>
        <p:spPr/>
        <p:txBody>
          <a:bodyPr/>
          <a:lstStyle/>
          <a:p>
            <a:fld id="{7C21EA5E-2C64-4D12-964E-3D3583FF8B42}" type="datetime1">
              <a:rPr lang="en-AU" smtClean="0"/>
              <a:t>5/05/2026</a:t>
            </a:fld>
            <a:endParaRPr lang="en-AU"/>
          </a:p>
        </p:txBody>
      </p:sp>
      <p:sp>
        <p:nvSpPr>
          <p:cNvPr id="13" name="Slide Number Placeholder 12"/>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42446259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0A41-63BD-4780-8219-195E89853B2B}"/>
              </a:ext>
            </a:extLst>
          </p:cNvPr>
          <p:cNvSpPr>
            <a:spLocks noGrp="1"/>
          </p:cNvSpPr>
          <p:nvPr>
            <p:ph type="title"/>
          </p:nvPr>
        </p:nvSpPr>
        <p:spPr/>
        <p:txBody>
          <a:bodyPr/>
          <a:lstStyle/>
          <a:p>
            <a:r>
              <a:rPr lang="en-US"/>
              <a:t>Click to edit Master title style</a:t>
            </a:r>
            <a:endParaRPr lang="en-AU"/>
          </a:p>
        </p:txBody>
      </p:sp>
      <p:sp>
        <p:nvSpPr>
          <p:cNvPr id="7" name="Text Placeholder 6">
            <a:extLst>
              <a:ext uri="{FF2B5EF4-FFF2-40B4-BE49-F238E27FC236}">
                <a16:creationId xmlns:a16="http://schemas.microsoft.com/office/drawing/2014/main" id="{7D0935DA-7C95-4DBF-B043-BED53D139F50}"/>
              </a:ext>
            </a:extLst>
          </p:cNvPr>
          <p:cNvSpPr>
            <a:spLocks noGrp="1"/>
          </p:cNvSpPr>
          <p:nvPr>
            <p:ph type="body" sz="quarter" idx="13"/>
          </p:nvPr>
        </p:nvSpPr>
        <p:spPr>
          <a:xfrm>
            <a:off x="720000" y="1080000"/>
            <a:ext cx="3780000" cy="486000"/>
          </a:xfrm>
        </p:spPr>
        <p:txBody>
          <a:bodyPr anchor="b" anchorCtr="0"/>
          <a:lstStyle>
            <a:lvl1pPr>
              <a:defRPr b="1">
                <a:solidFill>
                  <a:schemeClr val="tx2"/>
                </a:solidFill>
              </a:defRPr>
            </a:lvl1pPr>
          </a:lstStyle>
          <a:p>
            <a:pPr lvl="0"/>
            <a:r>
              <a:rPr lang="en-US"/>
              <a:t>Click to edit Master text styles</a:t>
            </a:r>
          </a:p>
        </p:txBody>
      </p:sp>
      <p:sp>
        <p:nvSpPr>
          <p:cNvPr id="11" name="Content Placeholder 10">
            <a:extLst>
              <a:ext uri="{FF2B5EF4-FFF2-40B4-BE49-F238E27FC236}">
                <a16:creationId xmlns:a16="http://schemas.microsoft.com/office/drawing/2014/main" id="{B8966D44-16B8-4C19-AFFD-5DA4DFC9FA46}"/>
              </a:ext>
            </a:extLst>
          </p:cNvPr>
          <p:cNvSpPr>
            <a:spLocks noGrp="1"/>
          </p:cNvSpPr>
          <p:nvPr>
            <p:ph sz="quarter" idx="15" hasCustomPrompt="1"/>
          </p:nvPr>
        </p:nvSpPr>
        <p:spPr>
          <a:xfrm>
            <a:off x="720000" y="16704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3" name="Content Placeholder 12">
            <a:extLst>
              <a:ext uri="{FF2B5EF4-FFF2-40B4-BE49-F238E27FC236}">
                <a16:creationId xmlns:a16="http://schemas.microsoft.com/office/drawing/2014/main" id="{E4155142-1F3B-47E9-A822-7FE13D6180CC}"/>
              </a:ext>
            </a:extLst>
          </p:cNvPr>
          <p:cNvSpPr>
            <a:spLocks noGrp="1"/>
          </p:cNvSpPr>
          <p:nvPr>
            <p:ph sz="quarter" idx="16"/>
          </p:nvPr>
        </p:nvSpPr>
        <p:spPr>
          <a:xfrm>
            <a:off x="720000" y="3204000"/>
            <a:ext cx="3780000" cy="14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 Placeholder 8">
            <a:extLst>
              <a:ext uri="{FF2B5EF4-FFF2-40B4-BE49-F238E27FC236}">
                <a16:creationId xmlns:a16="http://schemas.microsoft.com/office/drawing/2014/main" id="{7728E30A-6594-4018-A3CC-DFCC2AB2F0FA}"/>
              </a:ext>
            </a:extLst>
          </p:cNvPr>
          <p:cNvSpPr>
            <a:spLocks noGrp="1"/>
          </p:cNvSpPr>
          <p:nvPr>
            <p:ph type="body" sz="quarter" idx="14"/>
          </p:nvPr>
        </p:nvSpPr>
        <p:spPr>
          <a:xfrm>
            <a:off x="4716000" y="1080000"/>
            <a:ext cx="3780000" cy="486000"/>
          </a:xfrm>
        </p:spPr>
        <p:txBody>
          <a:bodyPr anchor="b" anchorCtr="0"/>
          <a:lstStyle>
            <a:lvl1pPr>
              <a:defRPr b="1">
                <a:solidFill>
                  <a:schemeClr val="tx2"/>
                </a:solidFill>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60C4078C-BED3-4110-80D2-F43782E69051}"/>
              </a:ext>
            </a:extLst>
          </p:cNvPr>
          <p:cNvSpPr>
            <a:spLocks noGrp="1"/>
          </p:cNvSpPr>
          <p:nvPr>
            <p:ph sz="quarter" idx="17" hasCustomPrompt="1"/>
          </p:nvPr>
        </p:nvSpPr>
        <p:spPr>
          <a:xfrm>
            <a:off x="4716000" y="1670400"/>
            <a:ext cx="3780000" cy="144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17" name="Content Placeholder 16">
            <a:extLst>
              <a:ext uri="{FF2B5EF4-FFF2-40B4-BE49-F238E27FC236}">
                <a16:creationId xmlns:a16="http://schemas.microsoft.com/office/drawing/2014/main" id="{7DF38A89-3023-4F69-ABE0-61E2F4F1D7F2}"/>
              </a:ext>
            </a:extLst>
          </p:cNvPr>
          <p:cNvSpPr>
            <a:spLocks noGrp="1"/>
          </p:cNvSpPr>
          <p:nvPr>
            <p:ph sz="quarter" idx="18"/>
          </p:nvPr>
        </p:nvSpPr>
        <p:spPr>
          <a:xfrm>
            <a:off x="4716000" y="3204000"/>
            <a:ext cx="3780000" cy="14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3" name="Footer Placeholder 2">
            <a:extLst>
              <a:ext uri="{FF2B5EF4-FFF2-40B4-BE49-F238E27FC236}">
                <a16:creationId xmlns:a16="http://schemas.microsoft.com/office/drawing/2014/main" id="{4B1AB490-A5E2-4663-903C-9350B945E3FE}"/>
              </a:ext>
            </a:extLst>
          </p:cNvPr>
          <p:cNvSpPr>
            <a:spLocks noGrp="1"/>
          </p:cNvSpPr>
          <p:nvPr>
            <p:ph type="ftr" sz="quarter" idx="10"/>
          </p:nvPr>
        </p:nvSpPr>
        <p:spPr/>
        <p:txBody>
          <a:bodyPr/>
          <a:lstStyle/>
          <a:p>
            <a:r>
              <a:rPr lang="en-AU"/>
              <a:t>Footer text</a:t>
            </a:r>
          </a:p>
        </p:txBody>
      </p:sp>
      <p:sp>
        <p:nvSpPr>
          <p:cNvPr id="4" name="Date Placeholder 3">
            <a:extLst>
              <a:ext uri="{FF2B5EF4-FFF2-40B4-BE49-F238E27FC236}">
                <a16:creationId xmlns:a16="http://schemas.microsoft.com/office/drawing/2014/main" id="{A80A3F87-5BCC-4558-82A3-B7624C92A058}"/>
              </a:ext>
            </a:extLst>
          </p:cNvPr>
          <p:cNvSpPr>
            <a:spLocks noGrp="1"/>
          </p:cNvSpPr>
          <p:nvPr>
            <p:ph type="dt" sz="half" idx="11"/>
          </p:nvPr>
        </p:nvSpPr>
        <p:spPr/>
        <p:txBody>
          <a:bodyPr/>
          <a:lstStyle/>
          <a:p>
            <a:fld id="{9D730715-F26D-49BA-85D1-44BBC5829531}" type="datetime1">
              <a:rPr lang="en-AU" smtClean="0"/>
              <a:t>5/05/2026</a:t>
            </a:fld>
            <a:endParaRPr lang="en-AU"/>
          </a:p>
        </p:txBody>
      </p:sp>
      <p:sp>
        <p:nvSpPr>
          <p:cNvPr id="5" name="Slide Number Placeholder 4">
            <a:extLst>
              <a:ext uri="{FF2B5EF4-FFF2-40B4-BE49-F238E27FC236}">
                <a16:creationId xmlns:a16="http://schemas.microsoft.com/office/drawing/2014/main" id="{B851DDA5-59E6-4351-A388-A6BCC0545903}"/>
              </a:ext>
            </a:extLst>
          </p:cNvPr>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00471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hasCustomPrompt="1"/>
          </p:nvPr>
        </p:nvSpPr>
        <p:spPr>
          <a:xfrm>
            <a:off x="720000" y="1080000"/>
            <a:ext cx="414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6" name="Picture Placeholder 5" descr="Image showing [enter description here]."/>
          <p:cNvSpPr>
            <a:spLocks noGrp="1"/>
          </p:cNvSpPr>
          <p:nvPr>
            <p:ph type="pic" sz="quarter" idx="13" hasCustomPrompt="1"/>
          </p:nvPr>
        </p:nvSpPr>
        <p:spPr>
          <a:xfrm>
            <a:off x="5004000" y="1080000"/>
            <a:ext cx="3420000" cy="3164850"/>
          </a:xfrm>
          <a:solidFill>
            <a:schemeClr val="bg1">
              <a:lumMod val="95000"/>
            </a:schemeClr>
          </a:solidFill>
        </p:spPr>
        <p:txBody>
          <a:bodyPr/>
          <a:lstStyle>
            <a:lvl1pPr>
              <a:defRPr sz="1200" baseline="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 </a:t>
            </a:r>
          </a:p>
        </p:txBody>
      </p:sp>
      <p:sp>
        <p:nvSpPr>
          <p:cNvPr id="9" name="Footer Placeholder 8"/>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8" name="Date Placeholder 7"/>
          <p:cNvSpPr>
            <a:spLocks noGrp="1"/>
          </p:cNvSpPr>
          <p:nvPr>
            <p:ph type="dt" sz="half" idx="10"/>
          </p:nvPr>
        </p:nvSpPr>
        <p:spPr/>
        <p:txBody>
          <a:bodyPr/>
          <a:lstStyle/>
          <a:p>
            <a:fld id="{CB2234B4-899C-419D-B085-98B234E030F7}" type="datetime1">
              <a:rPr lang="en-AU" smtClean="0"/>
              <a:t>5/05/2026</a:t>
            </a:fld>
            <a:endParaRPr lang="en-AU"/>
          </a:p>
        </p:txBody>
      </p:sp>
      <p:sp>
        <p:nvSpPr>
          <p:cNvPr id="10" name="Slide Number Placeholder 9"/>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5856871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and 2 x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hasCustomPrompt="1"/>
          </p:nvPr>
        </p:nvSpPr>
        <p:spPr>
          <a:xfrm>
            <a:off x="720000" y="1080000"/>
            <a:ext cx="4140000" cy="3600000"/>
          </a:xfrm>
        </p:spPr>
        <p:txBody>
          <a:bodyPr/>
          <a:lstStyle/>
          <a:p>
            <a:pPr lvl="0"/>
            <a:r>
              <a:rPr lang="en-AU"/>
              <a:t>Press the Increase Indent Button for a Subheading, twice for a bullet, three times for a second level bullet and four times for large subheading. Press the Decrease button to move back through styles</a:t>
            </a:r>
            <a:endParaRPr lang="en-US"/>
          </a:p>
          <a:p>
            <a:pPr lvl="1"/>
            <a:r>
              <a:rPr lang="en-US"/>
              <a:t>Second level</a:t>
            </a:r>
          </a:p>
          <a:p>
            <a:pPr lvl="2"/>
            <a:r>
              <a:rPr lang="en-US"/>
              <a:t>Third level</a:t>
            </a:r>
          </a:p>
          <a:p>
            <a:pPr lvl="3"/>
            <a:r>
              <a:rPr lang="en-US"/>
              <a:t>Fourth level</a:t>
            </a:r>
          </a:p>
          <a:p>
            <a:pPr lvl="4"/>
            <a:r>
              <a:rPr lang="en-US"/>
              <a:t>Fifth level</a:t>
            </a:r>
            <a:endParaRPr lang="en-AU"/>
          </a:p>
        </p:txBody>
      </p:sp>
      <p:sp>
        <p:nvSpPr>
          <p:cNvPr id="8" name="Picture Placeholder 3" descr="Image showing [enter description here]."/>
          <p:cNvSpPr>
            <a:spLocks noGrp="1"/>
          </p:cNvSpPr>
          <p:nvPr>
            <p:ph type="pic" sz="quarter" idx="13" hasCustomPrompt="1"/>
          </p:nvPr>
        </p:nvSpPr>
        <p:spPr>
          <a:xfrm>
            <a:off x="5004000" y="1116000"/>
            <a:ext cx="3420000" cy="1656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a:t>
            </a:r>
          </a:p>
        </p:txBody>
      </p:sp>
      <p:sp>
        <p:nvSpPr>
          <p:cNvPr id="9" name="Picture Placeholder 3" descr="Image showing [enter description here]."/>
          <p:cNvSpPr>
            <a:spLocks noGrp="1"/>
          </p:cNvSpPr>
          <p:nvPr>
            <p:ph type="pic" sz="quarter" idx="14" hasCustomPrompt="1"/>
          </p:nvPr>
        </p:nvSpPr>
        <p:spPr>
          <a:xfrm>
            <a:off x="5004000" y="2949671"/>
            <a:ext cx="3420000" cy="1656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a:t>
            </a:r>
          </a:p>
        </p:txBody>
      </p:sp>
      <p:sp>
        <p:nvSpPr>
          <p:cNvPr id="11" name="Footer Placeholder 10"/>
          <p:cNvSpPr>
            <a:spLocks noGrp="1"/>
          </p:cNvSpPr>
          <p:nvPr>
            <p:ph type="ftr" sz="quarter" idx="16"/>
          </p:nvPr>
        </p:nvSpPr>
        <p:spPr>
          <a:xfrm>
            <a:off x="722117" y="4909249"/>
            <a:ext cx="3086100" cy="162000"/>
          </a:xfrm>
          <a:prstGeom prst="rect">
            <a:avLst/>
          </a:prstGeom>
        </p:spPr>
        <p:txBody>
          <a:bodyPr/>
          <a:lstStyle/>
          <a:p>
            <a:pPr algn="l"/>
            <a:r>
              <a:rPr lang="en-AU"/>
              <a:t>Footer text</a:t>
            </a:r>
          </a:p>
        </p:txBody>
      </p:sp>
      <p:sp>
        <p:nvSpPr>
          <p:cNvPr id="10" name="Date Placeholder 9"/>
          <p:cNvSpPr>
            <a:spLocks noGrp="1"/>
          </p:cNvSpPr>
          <p:nvPr>
            <p:ph type="dt" sz="half" idx="15"/>
          </p:nvPr>
        </p:nvSpPr>
        <p:spPr/>
        <p:txBody>
          <a:bodyPr/>
          <a:lstStyle/>
          <a:p>
            <a:fld id="{82589B2F-B749-48D4-886C-26A83D0C4868}" type="datetime1">
              <a:rPr lang="en-AU" smtClean="0"/>
              <a:t>5/05/2026</a:t>
            </a:fld>
            <a:endParaRPr lang="en-AU"/>
          </a:p>
        </p:txBody>
      </p:sp>
      <p:sp>
        <p:nvSpPr>
          <p:cNvPr id="12" name="Slide Number Placeholder 11"/>
          <p:cNvSpPr>
            <a:spLocks noGrp="1"/>
          </p:cNvSpPr>
          <p:nvPr>
            <p:ph type="sldNum" sz="quarter" idx="17"/>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19394431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11" name="Picture Placeholder 3" descr="Image showing [enter description here]."/>
          <p:cNvSpPr>
            <a:spLocks noGrp="1"/>
          </p:cNvSpPr>
          <p:nvPr>
            <p:ph type="pic" sz="quarter" idx="13" hasCustomPrompt="1"/>
          </p:nvPr>
        </p:nvSpPr>
        <p:spPr>
          <a:xfrm>
            <a:off x="0" y="1080000"/>
            <a:ext cx="9144000" cy="4060800"/>
          </a:xfrm>
          <a:solidFill>
            <a:schemeClr val="bg1">
              <a:lumMod val="95000"/>
            </a:schemeClr>
          </a:solidFill>
        </p:spPr>
        <p:txBody>
          <a:bodyPr lIns="684000" tIns="576000" rIns="648000" bIns="0" anchor="t" anchorCtr="0"/>
          <a:lstStyle>
            <a:lvl1pPr>
              <a:defRPr sz="140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a:t>
            </a:r>
          </a:p>
        </p:txBody>
      </p:sp>
    </p:spTree>
    <p:extLst>
      <p:ext uri="{BB962C8B-B14F-4D97-AF65-F5344CB8AC3E}">
        <p14:creationId xmlns:p14="http://schemas.microsoft.com/office/powerpoint/2010/main" val="38172461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Image and Capti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11" name="Picture Placeholder 3" descr="Image showing [enter description here]."/>
          <p:cNvSpPr>
            <a:spLocks noGrp="1"/>
          </p:cNvSpPr>
          <p:nvPr>
            <p:ph type="pic" sz="quarter" idx="13" hasCustomPrompt="1"/>
          </p:nvPr>
        </p:nvSpPr>
        <p:spPr>
          <a:xfrm>
            <a:off x="720000" y="1080000"/>
            <a:ext cx="7740000" cy="3159000"/>
          </a:xfrm>
          <a:solidFill>
            <a:schemeClr val="bg1">
              <a:lumMod val="95000"/>
            </a:schemeClr>
          </a:solidFill>
        </p:spPr>
        <p:txBody>
          <a:bodyPr lIns="0" tIns="540000" rIns="0" bIns="0" anchor="t" anchorCtr="0"/>
          <a:lstStyle>
            <a:lvl1pPr>
              <a:defRPr sz="140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a:t>
            </a:r>
          </a:p>
        </p:txBody>
      </p:sp>
      <p:sp>
        <p:nvSpPr>
          <p:cNvPr id="3" name="Text Placeholder 2"/>
          <p:cNvSpPr>
            <a:spLocks noGrp="1"/>
          </p:cNvSpPr>
          <p:nvPr>
            <p:ph type="body" sz="quarter" idx="14" hasCustomPrompt="1"/>
          </p:nvPr>
        </p:nvSpPr>
        <p:spPr>
          <a:xfrm>
            <a:off x="720000" y="4284000"/>
            <a:ext cx="7740000" cy="504000"/>
          </a:xfrm>
        </p:spPr>
        <p:txBody>
          <a:bodyPr/>
          <a:lstStyle>
            <a:lvl1pPr>
              <a:spcBef>
                <a:spcPts val="300"/>
              </a:spcBef>
              <a:spcAft>
                <a:spcPts val="300"/>
              </a:spcAft>
              <a:defRPr sz="1200"/>
            </a:lvl1pPr>
            <a:lvl2pPr>
              <a:spcBef>
                <a:spcPts val="300"/>
              </a:spcBef>
              <a:spcAft>
                <a:spcPts val="300"/>
              </a:spcAft>
              <a:defRPr sz="1200"/>
            </a:lvl2pPr>
            <a:lvl3pPr>
              <a:spcBef>
                <a:spcPts val="300"/>
              </a:spcBef>
              <a:spcAft>
                <a:spcPts val="300"/>
              </a:spcAft>
              <a:defRPr sz="1200"/>
            </a:lvl3pPr>
            <a:lvl4pPr>
              <a:spcBef>
                <a:spcPts val="300"/>
              </a:spcBef>
              <a:spcAft>
                <a:spcPts val="300"/>
              </a:spcAft>
              <a:defRPr sz="1200"/>
            </a:lvl4pPr>
            <a:lvl5pPr>
              <a:spcBef>
                <a:spcPts val="300"/>
              </a:spcBef>
              <a:spcAft>
                <a:spcPts val="300"/>
              </a:spcAft>
              <a:defRPr sz="1200"/>
            </a:lvl5pPr>
          </a:lstStyle>
          <a:p>
            <a:pPr lvl="0"/>
            <a:r>
              <a:rPr lang="en-US"/>
              <a:t>Insert caption here</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6"/>
          </p:nvPr>
        </p:nvSpPr>
        <p:spPr/>
        <p:txBody>
          <a:bodyPr/>
          <a:lstStyle/>
          <a:p>
            <a:r>
              <a:rPr lang="en-AU"/>
              <a:t>Footer text</a:t>
            </a:r>
          </a:p>
        </p:txBody>
      </p:sp>
      <p:sp>
        <p:nvSpPr>
          <p:cNvPr id="2" name="Date Placeholder 1"/>
          <p:cNvSpPr>
            <a:spLocks noGrp="1"/>
          </p:cNvSpPr>
          <p:nvPr>
            <p:ph type="dt" sz="half" idx="15"/>
          </p:nvPr>
        </p:nvSpPr>
        <p:spPr/>
        <p:txBody>
          <a:bodyPr/>
          <a:lstStyle/>
          <a:p>
            <a:fld id="{9D730715-F26D-49BA-85D1-44BBC5829531}" type="datetime1">
              <a:rPr lang="en-AU" smtClean="0"/>
              <a:t>5/05/2026</a:t>
            </a:fld>
            <a:endParaRPr lang="en-AU"/>
          </a:p>
        </p:txBody>
      </p:sp>
      <p:sp>
        <p:nvSpPr>
          <p:cNvPr id="5" name="Slide Number Placeholder 4"/>
          <p:cNvSpPr>
            <a:spLocks noGrp="1"/>
          </p:cNvSpPr>
          <p:nvPr>
            <p:ph type="sldNum" sz="quarter" idx="17"/>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6807891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aption and 2 x Images">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AU"/>
          </a:p>
        </p:txBody>
      </p:sp>
      <p:sp>
        <p:nvSpPr>
          <p:cNvPr id="3" name="Text Placeholder 2"/>
          <p:cNvSpPr>
            <a:spLocks noGrp="1"/>
          </p:cNvSpPr>
          <p:nvPr>
            <p:ph type="body" sz="quarter" idx="14" hasCustomPrompt="1"/>
          </p:nvPr>
        </p:nvSpPr>
        <p:spPr>
          <a:xfrm>
            <a:off x="720000" y="1080000"/>
            <a:ext cx="7740000" cy="999000"/>
          </a:xfrm>
        </p:spPr>
        <p:txBody>
          <a:bodyPr/>
          <a:lstStyle>
            <a:lvl1pPr>
              <a:spcBef>
                <a:spcPts val="300"/>
              </a:spcBef>
              <a:spcAft>
                <a:spcPts val="300"/>
              </a:spcAft>
              <a:defRPr sz="1200"/>
            </a:lvl1pPr>
            <a:lvl2pPr>
              <a:spcBef>
                <a:spcPts val="300"/>
              </a:spcBef>
              <a:spcAft>
                <a:spcPts val="300"/>
              </a:spcAft>
              <a:defRPr sz="1200"/>
            </a:lvl2pPr>
            <a:lvl3pPr>
              <a:spcBef>
                <a:spcPts val="300"/>
              </a:spcBef>
              <a:spcAft>
                <a:spcPts val="300"/>
              </a:spcAft>
              <a:defRPr sz="1200"/>
            </a:lvl3pPr>
            <a:lvl4pPr>
              <a:spcBef>
                <a:spcPts val="300"/>
              </a:spcBef>
              <a:spcAft>
                <a:spcPts val="300"/>
              </a:spcAft>
              <a:defRPr sz="1200"/>
            </a:lvl4pPr>
            <a:lvl5pPr>
              <a:spcBef>
                <a:spcPts val="300"/>
              </a:spcBef>
              <a:spcAft>
                <a:spcPts val="300"/>
              </a:spcAft>
              <a:defRPr sz="1200"/>
            </a:lvl5pPr>
          </a:lstStyle>
          <a:p>
            <a:pPr lvl="0"/>
            <a:r>
              <a:rPr lang="en-US"/>
              <a:t>Insert caption here</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Picture Placeholder 3" descr="Image showing [enter description here]."/>
          <p:cNvSpPr>
            <a:spLocks noGrp="1"/>
          </p:cNvSpPr>
          <p:nvPr>
            <p:ph type="pic" sz="quarter" idx="13" hasCustomPrompt="1"/>
          </p:nvPr>
        </p:nvSpPr>
        <p:spPr>
          <a:xfrm>
            <a:off x="720000" y="2078999"/>
            <a:ext cx="3744000" cy="2610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a:t>
            </a:r>
          </a:p>
        </p:txBody>
      </p:sp>
      <p:sp>
        <p:nvSpPr>
          <p:cNvPr id="12" name="Picture Placeholder 3" descr="Image showing [enter description here]."/>
          <p:cNvSpPr>
            <a:spLocks noGrp="1"/>
          </p:cNvSpPr>
          <p:nvPr>
            <p:ph type="pic" sz="quarter" idx="18" hasCustomPrompt="1"/>
          </p:nvPr>
        </p:nvSpPr>
        <p:spPr>
          <a:xfrm>
            <a:off x="4716000" y="2078999"/>
            <a:ext cx="3744000" cy="2610000"/>
          </a:xfrm>
          <a:solidFill>
            <a:schemeClr val="bg1">
              <a:lumMod val="95000"/>
            </a:schemeClr>
          </a:solidFill>
        </p:spPr>
        <p:txBody>
          <a:bodyPr lIns="0" tIns="0" rIns="0" bIns="0" anchor="t" anchorCtr="0"/>
          <a:lstStyle>
            <a:lvl1pPr>
              <a:defRPr sz="1200"/>
            </a:lvl1pPr>
          </a:lstStyle>
          <a:p>
            <a:r>
              <a:rPr lang="en-AU"/>
              <a:t>Click icon to insert picture. After insertion to fit your entire picture to the placeholder use Picture Format &gt; Crop &gt; Fit. To maintain the shape of the picture placeholder, but reposition your photo inside the placeholder use Picture Format &gt; Crop &gt; Fill.</a:t>
            </a:r>
          </a:p>
        </p:txBody>
      </p:sp>
      <p:sp>
        <p:nvSpPr>
          <p:cNvPr id="6" name="Footer Placeholder 5"/>
          <p:cNvSpPr>
            <a:spLocks noGrp="1"/>
          </p:cNvSpPr>
          <p:nvPr>
            <p:ph type="ftr" sz="quarter" idx="16"/>
          </p:nvPr>
        </p:nvSpPr>
        <p:spPr/>
        <p:txBody>
          <a:bodyPr/>
          <a:lstStyle/>
          <a:p>
            <a:r>
              <a:rPr lang="en-AU"/>
              <a:t>Footer text</a:t>
            </a:r>
          </a:p>
        </p:txBody>
      </p:sp>
      <p:sp>
        <p:nvSpPr>
          <p:cNvPr id="5" name="Date Placeholder 4"/>
          <p:cNvSpPr>
            <a:spLocks noGrp="1"/>
          </p:cNvSpPr>
          <p:nvPr>
            <p:ph type="dt" sz="half" idx="15"/>
          </p:nvPr>
        </p:nvSpPr>
        <p:spPr/>
        <p:txBody>
          <a:bodyPr/>
          <a:lstStyle/>
          <a:p>
            <a:fld id="{9D730715-F26D-49BA-85D1-44BBC5829531}" type="datetime1">
              <a:rPr lang="en-AU" smtClean="0"/>
              <a:t>5/05/2026</a:t>
            </a:fld>
            <a:endParaRPr lang="en-AU"/>
          </a:p>
        </p:txBody>
      </p:sp>
      <p:sp>
        <p:nvSpPr>
          <p:cNvPr id="7" name="Slide Number Placeholder 6"/>
          <p:cNvSpPr>
            <a:spLocks noGrp="1"/>
          </p:cNvSpPr>
          <p:nvPr>
            <p:ph type="sldNum" sz="quarter" idx="17"/>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24052608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7" name="Footer Placeholder 6"/>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6" name="Date Placeholder 5"/>
          <p:cNvSpPr>
            <a:spLocks noGrp="1"/>
          </p:cNvSpPr>
          <p:nvPr>
            <p:ph type="dt" sz="half" idx="10"/>
          </p:nvPr>
        </p:nvSpPr>
        <p:spPr/>
        <p:txBody>
          <a:bodyPr/>
          <a:lstStyle/>
          <a:p>
            <a:fld id="{D14977E9-0FD0-424A-8748-47A4C2184A4E}" type="datetime1">
              <a:rPr lang="en-AU" smtClean="0"/>
              <a:t>5/05/2026</a:t>
            </a:fld>
            <a:endParaRPr lang="en-AU"/>
          </a:p>
        </p:txBody>
      </p:sp>
      <p:sp>
        <p:nvSpPr>
          <p:cNvPr id="8" name="Slide Number Placeholder 7"/>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33390481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722117" y="4909249"/>
            <a:ext cx="3086100" cy="162000"/>
          </a:xfrm>
          <a:prstGeom prst="rect">
            <a:avLst/>
          </a:prstGeom>
        </p:spPr>
        <p:txBody>
          <a:bodyPr/>
          <a:lstStyle/>
          <a:p>
            <a:pPr algn="l"/>
            <a:r>
              <a:rPr lang="en-AU"/>
              <a:t>Footer text</a:t>
            </a:r>
          </a:p>
        </p:txBody>
      </p:sp>
      <p:sp>
        <p:nvSpPr>
          <p:cNvPr id="5" name="Date Placeholder 4"/>
          <p:cNvSpPr>
            <a:spLocks noGrp="1"/>
          </p:cNvSpPr>
          <p:nvPr>
            <p:ph type="dt" sz="half" idx="10"/>
          </p:nvPr>
        </p:nvSpPr>
        <p:spPr/>
        <p:txBody>
          <a:bodyPr/>
          <a:lstStyle/>
          <a:p>
            <a:fld id="{4D84579C-80E1-4F4D-8A43-DC48F61A1A88}" type="datetime1">
              <a:rPr lang="en-AU" smtClean="0"/>
              <a:t>5/05/2026</a:t>
            </a:fld>
            <a:endParaRPr lang="en-AU"/>
          </a:p>
        </p:txBody>
      </p:sp>
      <p:sp>
        <p:nvSpPr>
          <p:cNvPr id="7" name="Slide Number Placeholder 6"/>
          <p:cNvSpPr>
            <a:spLocks noGrp="1"/>
          </p:cNvSpPr>
          <p:nvPr>
            <p:ph type="sldNum" sz="quarter" idx="12"/>
          </p:nvPr>
        </p:nvSpPr>
        <p:spPr/>
        <p:txBody>
          <a:bodyPr/>
          <a:lstStyle/>
          <a:p>
            <a:fld id="{BB1C4F31-AAC3-416A-A54A-167287B4272A}" type="slidenum">
              <a:rPr lang="en-AU" smtClean="0"/>
              <a:pPr/>
              <a:t>‹#›</a:t>
            </a:fld>
            <a:endParaRPr lang="en-AU"/>
          </a:p>
        </p:txBody>
      </p:sp>
    </p:spTree>
    <p:extLst>
      <p:ext uri="{BB962C8B-B14F-4D97-AF65-F5344CB8AC3E}">
        <p14:creationId xmlns:p14="http://schemas.microsoft.com/office/powerpoint/2010/main" val="39172683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AU"/>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29AB1ABA-D435-44AF-AA61-6703EAFA94FE}" type="datetimeFigureOut">
              <a:rPr lang="en-AU" smtClean="0"/>
              <a:t>5/05/2026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CE9C777-58C7-4564-82D9-6EF917E79E6F}" type="slidenum">
              <a:rPr lang="en-AU" smtClean="0"/>
              <a:t>‹#›</a:t>
            </a:fld>
            <a:endParaRPr lang="en-AU"/>
          </a:p>
        </p:txBody>
      </p:sp>
    </p:spTree>
    <p:extLst>
      <p:ext uri="{BB962C8B-B14F-4D97-AF65-F5344CB8AC3E}">
        <p14:creationId xmlns:p14="http://schemas.microsoft.com/office/powerpoint/2010/main" val="3514823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theme" Target="../theme/theme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720000"/>
            <a:ext cx="9144000" cy="675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9" name="Rectangle 8">
            <a:extLst>
              <a:ext uri="{C183D7F6-B498-43B3-948B-1728B52AA6E4}">
                <adec:decorative xmlns:adec="http://schemas.microsoft.com/office/drawing/2017/decorative" val="1"/>
              </a:ext>
            </a:extLst>
          </p:cNvPr>
          <p:cNvSpPr/>
          <p:nvPr/>
        </p:nvSpPr>
        <p:spPr>
          <a:xfrm>
            <a:off x="0" y="784800"/>
            <a:ext cx="9144000" cy="621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7" name="Rectangle 6">
            <a:extLst>
              <a:ext uri="{C183D7F6-B498-43B3-948B-1728B52AA6E4}">
                <adec:decorative xmlns:adec="http://schemas.microsoft.com/office/drawing/2017/decorative" val="1"/>
              </a:ext>
            </a:extLst>
          </p:cNvPr>
          <p:cNvSpPr/>
          <p:nvPr/>
        </p:nvSpPr>
        <p:spPr>
          <a:xfrm>
            <a:off x="0" y="0"/>
            <a:ext cx="9144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AU" sz="1800"/>
          </a:p>
        </p:txBody>
      </p:sp>
      <p:sp>
        <p:nvSpPr>
          <p:cNvPr id="2" name="Title Placeholder 1">
            <a:extLst>
              <a:ext uri="{C183D7F6-B498-43B3-948B-1728B52AA6E4}">
                <adec:decorative xmlns:adec="http://schemas.microsoft.com/office/drawing/2017/decorative" val="0"/>
              </a:ext>
            </a:extLst>
          </p:cNvPr>
          <p:cNvSpPr>
            <a:spLocks noGrp="1"/>
          </p:cNvSpPr>
          <p:nvPr>
            <p:ph type="title"/>
          </p:nvPr>
        </p:nvSpPr>
        <p:spPr>
          <a:xfrm>
            <a:off x="720000" y="54000"/>
            <a:ext cx="7704000" cy="648000"/>
          </a:xfrm>
          <a:prstGeom prst="rect">
            <a:avLst/>
          </a:prstGeom>
        </p:spPr>
        <p:txBody>
          <a:bodyPr vert="horz" lIns="36000" tIns="36000" rIns="36000" bIns="36000" rtlCol="0" anchor="ctr">
            <a:noAutofit/>
          </a:bodyPr>
          <a:lstStyle/>
          <a:p>
            <a:r>
              <a:rPr lang="en-US"/>
              <a:t>Click to edit Master title style</a:t>
            </a:r>
            <a:endParaRPr lang="en-AU"/>
          </a:p>
        </p:txBody>
      </p:sp>
      <p:sp>
        <p:nvSpPr>
          <p:cNvPr id="3" name="Text Placeholder 2"/>
          <p:cNvSpPr>
            <a:spLocks noGrp="1"/>
          </p:cNvSpPr>
          <p:nvPr>
            <p:ph type="body" idx="1"/>
          </p:nvPr>
        </p:nvSpPr>
        <p:spPr>
          <a:xfrm>
            <a:off x="720000" y="1080000"/>
            <a:ext cx="7704000" cy="3672000"/>
          </a:xfrm>
          <a:prstGeom prst="rect">
            <a:avLst/>
          </a:prstGeom>
        </p:spPr>
        <p:txBody>
          <a:bodyPr vert="horz" lIns="36000" tIns="36000" rIns="36000" bIns="36000" rtlCol="0">
            <a:noAutofit/>
          </a:bodyPr>
          <a:lstStyle/>
          <a:p>
            <a:pPr lvl="0"/>
            <a:r>
              <a:rPr lang="en-US"/>
              <a:t>Press the Increase Indent Button for a Subheading, twice for a bullet, three times for a second level bullet and four times for large subheading. Press the Decrease button to move back through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Footer Placeholder 12"/>
          <p:cNvSpPr>
            <a:spLocks noGrp="1"/>
          </p:cNvSpPr>
          <p:nvPr>
            <p:ph type="ftr" sz="quarter" idx="3"/>
          </p:nvPr>
        </p:nvSpPr>
        <p:spPr>
          <a:xfrm>
            <a:off x="720000" y="4908600"/>
            <a:ext cx="3086100" cy="162000"/>
          </a:xfrm>
          <a:prstGeom prst="rect">
            <a:avLst/>
          </a:prstGeom>
        </p:spPr>
        <p:txBody>
          <a:bodyPr vert="horz" lIns="36000" tIns="36000" rIns="36000" bIns="36000" rtlCol="0" anchor="ctr"/>
          <a:lstStyle>
            <a:lvl1pPr algn="l">
              <a:defRPr sz="700">
                <a:solidFill>
                  <a:schemeClr val="tx1"/>
                </a:solidFill>
              </a:defRPr>
            </a:lvl1pPr>
          </a:lstStyle>
          <a:p>
            <a:r>
              <a:rPr lang="en-AU"/>
              <a:t>Melbourne Water Information Technology and Management</a:t>
            </a:r>
          </a:p>
        </p:txBody>
      </p:sp>
      <p:sp>
        <p:nvSpPr>
          <p:cNvPr id="4" name="Date Placeholder 3"/>
          <p:cNvSpPr>
            <a:spLocks noGrp="1"/>
          </p:cNvSpPr>
          <p:nvPr>
            <p:ph type="dt" sz="half" idx="2"/>
          </p:nvPr>
        </p:nvSpPr>
        <p:spPr>
          <a:xfrm>
            <a:off x="5868000" y="4909249"/>
            <a:ext cx="2057400" cy="162000"/>
          </a:xfrm>
          <a:prstGeom prst="rect">
            <a:avLst/>
          </a:prstGeom>
        </p:spPr>
        <p:txBody>
          <a:bodyPr vert="horz" lIns="36000" tIns="36000" rIns="36000" bIns="36000" rtlCol="0" anchor="ctr">
            <a:noAutofit/>
          </a:bodyPr>
          <a:lstStyle>
            <a:lvl1pPr algn="r">
              <a:defRPr sz="700" b="0">
                <a:solidFill>
                  <a:schemeClr val="tx1"/>
                </a:solidFill>
              </a:defRPr>
            </a:lvl1pPr>
          </a:lstStyle>
          <a:p>
            <a:fld id="{9755159D-C001-45AD-8380-ABAE858B98B9}" type="datetime1">
              <a:rPr lang="en-AU" smtClean="0"/>
              <a:t>5/05/2026</a:t>
            </a:fld>
            <a:endParaRPr lang="en-AU"/>
          </a:p>
        </p:txBody>
      </p:sp>
      <p:sp>
        <p:nvSpPr>
          <p:cNvPr id="6" name="Slide Number Placeholder 5"/>
          <p:cNvSpPr>
            <a:spLocks noGrp="1"/>
          </p:cNvSpPr>
          <p:nvPr>
            <p:ph type="sldNum" sz="quarter" idx="4"/>
          </p:nvPr>
        </p:nvSpPr>
        <p:spPr>
          <a:xfrm>
            <a:off x="7924800" y="4909249"/>
            <a:ext cx="590550" cy="162000"/>
          </a:xfrm>
          <a:prstGeom prst="rect">
            <a:avLst/>
          </a:prstGeom>
        </p:spPr>
        <p:txBody>
          <a:bodyPr vert="horz" lIns="36000" tIns="36000" rIns="36000" bIns="36000" rtlCol="0" anchor="ctr">
            <a:noAutofit/>
          </a:bodyPr>
          <a:lstStyle>
            <a:lvl1pPr algn="r">
              <a:defRPr sz="700" b="0">
                <a:solidFill>
                  <a:schemeClr val="tx1"/>
                </a:solidFill>
              </a:defRPr>
            </a:lvl1pPr>
          </a:lstStyle>
          <a:p>
            <a:fld id="{BB1C4F31-AAC3-416A-A54A-167287B4272A}" type="slidenum">
              <a:rPr lang="en-AU" smtClean="0"/>
              <a:pPr/>
              <a:t>‹#›</a:t>
            </a:fld>
            <a:endParaRPr lang="en-AU"/>
          </a:p>
        </p:txBody>
      </p:sp>
      <p:sp>
        <p:nvSpPr>
          <p:cNvPr id="5" name="TextBox 4"/>
          <p:cNvSpPr txBox="1"/>
          <p:nvPr>
            <p:extLst>
              <p:ext uri="{1162E1C5-73C7-4A58-AE30-91384D911F3F}">
                <p184:classification xmlns:p184="http://schemas.microsoft.com/office/powerpoint/2018/4/main" val="hdr"/>
              </p:ext>
            </p:extLst>
          </p:nvPr>
        </p:nvSpPr>
        <p:spPr>
          <a:xfrm>
            <a:off x="3842512" y="63500"/>
            <a:ext cx="1495425" cy="213360"/>
          </a:xfrm>
          <a:prstGeom prst="rect">
            <a:avLst/>
          </a:prstGeom>
        </p:spPr>
        <p:txBody>
          <a:bodyPr horzOverflow="overflow" lIns="0" tIns="0" rIns="0" bIns="0">
            <a:spAutoFit/>
          </a:bodyPr>
          <a:lstStyle/>
          <a:p>
            <a:pPr algn="l"/>
            <a:r>
              <a:rPr lang="en-US" sz="1400">
                <a:solidFill>
                  <a:srgbClr val="FF0000">
                    <a:alpha val="50000"/>
                  </a:srgbClr>
                </a:solidFill>
                <a:latin typeface="Aptos" panose="020B0004020202020204" pitchFamily="34" charset="0"/>
              </a:rPr>
              <a:t>OFFICIAL Sensitive</a:t>
            </a:r>
          </a:p>
        </p:txBody>
      </p:sp>
    </p:spTree>
    <p:extLst>
      <p:ext uri="{BB962C8B-B14F-4D97-AF65-F5344CB8AC3E}">
        <p14:creationId xmlns:p14="http://schemas.microsoft.com/office/powerpoint/2010/main" val="232442688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74" r:id="rId3"/>
    <p:sldLayoutId id="2147483688" r:id="rId4"/>
    <p:sldLayoutId id="2147483687" r:id="rId5"/>
    <p:sldLayoutId id="2147483683" r:id="rId6"/>
    <p:sldLayoutId id="2147483677" r:id="rId7"/>
    <p:sldLayoutId id="2147483676" r:id="rId8"/>
    <p:sldLayoutId id="2147483701" r:id="rId9"/>
    <p:sldLayoutId id="2147483700" r:id="rId10"/>
    <p:sldLayoutId id="2147483702" r:id="rId11"/>
    <p:sldLayoutId id="2147483690" r:id="rId12"/>
    <p:sldLayoutId id="2147483685" r:id="rId13"/>
    <p:sldLayoutId id="2147483684" r:id="rId14"/>
    <p:sldLayoutId id="2147483689" r:id="rId15"/>
    <p:sldLayoutId id="2147483695" r:id="rId16"/>
    <p:sldLayoutId id="2147483678" r:id="rId17"/>
    <p:sldLayoutId id="2147483679" r:id="rId18"/>
    <p:sldLayoutId id="2147483743" r:id="rId19"/>
    <p:sldLayoutId id="2147483704" r:id="rId20"/>
  </p:sldLayoutIdLst>
  <p:hf hdr="0" dt="0"/>
  <p:txStyles>
    <p:titleStyle>
      <a:lvl1pPr algn="l" defTabSz="685800" rtl="0" eaLnBrk="1" latinLnBrk="0" hangingPunct="1">
        <a:lnSpc>
          <a:spcPct val="90000"/>
        </a:lnSpc>
        <a:spcBef>
          <a:spcPct val="0"/>
        </a:spcBef>
        <a:buNone/>
        <a:defRPr sz="20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685800" rtl="0" eaLnBrk="1" latinLnBrk="0" hangingPunct="1">
        <a:lnSpc>
          <a:spcPct val="100000"/>
        </a:lnSpc>
        <a:spcBef>
          <a:spcPts val="300"/>
        </a:spcBef>
        <a:spcAft>
          <a:spcPts val="600"/>
        </a:spcAft>
        <a:buFontTx/>
        <a:buNone/>
        <a:defRPr sz="1400" kern="1200" baseline="0">
          <a:solidFill>
            <a:schemeClr val="tx1"/>
          </a:solidFill>
          <a:latin typeface="+mn-lt"/>
          <a:ea typeface="+mn-ea"/>
          <a:cs typeface="+mn-cs"/>
        </a:defRPr>
      </a:lvl1pPr>
      <a:lvl2pPr marL="0" indent="0" algn="l" defTabSz="685800" rtl="0" eaLnBrk="1" latinLnBrk="0" hangingPunct="1">
        <a:lnSpc>
          <a:spcPct val="100000"/>
        </a:lnSpc>
        <a:spcBef>
          <a:spcPts val="900"/>
        </a:spcBef>
        <a:spcAft>
          <a:spcPts val="500"/>
        </a:spcAft>
        <a:buFontTx/>
        <a:buNone/>
        <a:defRPr sz="1400" b="1" kern="1200">
          <a:solidFill>
            <a:schemeClr val="tx2"/>
          </a:solidFill>
          <a:latin typeface="+mn-lt"/>
          <a:ea typeface="+mn-ea"/>
          <a:cs typeface="+mn-cs"/>
        </a:defRPr>
      </a:lvl2pPr>
      <a:lvl3pPr marL="180000" indent="-180000" algn="l" defTabSz="6858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432000" indent="-252000" algn="l" defTabSz="685800" rtl="0" eaLnBrk="1" latinLnBrk="0" hangingPunct="1">
        <a:lnSpc>
          <a:spcPct val="100000"/>
        </a:lnSpc>
        <a:spcBef>
          <a:spcPts val="300"/>
        </a:spcBef>
        <a:spcAft>
          <a:spcPts val="300"/>
        </a:spcAft>
        <a:buFont typeface="Verdana" panose="020B0604030504040204" pitchFamily="34" charset="0"/>
        <a:buChar char="–"/>
        <a:defRPr sz="1400" kern="1200">
          <a:solidFill>
            <a:schemeClr val="tx1"/>
          </a:solidFill>
          <a:latin typeface="+mn-lt"/>
          <a:ea typeface="+mn-ea"/>
          <a:cs typeface="+mn-cs"/>
        </a:defRPr>
      </a:lvl4pPr>
      <a:lvl5pPr marL="0" indent="0" algn="l" defTabSz="685800" rtl="0" eaLnBrk="1" latinLnBrk="0" hangingPunct="1">
        <a:lnSpc>
          <a:spcPct val="100000"/>
        </a:lnSpc>
        <a:spcBef>
          <a:spcPts val="900"/>
        </a:spcBef>
        <a:spcAft>
          <a:spcPts val="500"/>
        </a:spcAft>
        <a:buFontTx/>
        <a:buNone/>
        <a:defRPr sz="16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C183D7F6-B498-43B3-948B-1728B52AA6E4}">
                <adec:decorative xmlns:adec="http://schemas.microsoft.com/office/drawing/2017/decorative" val="1"/>
              </a:ext>
            </a:extLst>
          </p:cNvPr>
          <p:cNvSpPr/>
          <p:nvPr/>
        </p:nvSpPr>
        <p:spPr>
          <a:xfrm>
            <a:off x="0" y="720000"/>
            <a:ext cx="9144000" cy="67500"/>
          </a:xfrm>
          <a:prstGeom prst="rect">
            <a:avLst/>
          </a:prstGeom>
          <a:solidFill>
            <a:srgbClr val="668EB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9" name="Rectangle 8">
            <a:extLst>
              <a:ext uri="{C183D7F6-B498-43B3-948B-1728B52AA6E4}">
                <adec:decorative xmlns:adec="http://schemas.microsoft.com/office/drawing/2017/decorative" val="1"/>
              </a:ext>
            </a:extLst>
          </p:cNvPr>
          <p:cNvSpPr/>
          <p:nvPr/>
        </p:nvSpPr>
        <p:spPr>
          <a:xfrm>
            <a:off x="0" y="784800"/>
            <a:ext cx="9144000" cy="62100"/>
          </a:xfrm>
          <a:prstGeom prst="rect">
            <a:avLst/>
          </a:prstGeom>
          <a:solidFill>
            <a:srgbClr val="B3C6D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AU" sz="1800"/>
          </a:p>
        </p:txBody>
      </p:sp>
      <p:sp>
        <p:nvSpPr>
          <p:cNvPr id="7" name="Rectangle 6">
            <a:extLst>
              <a:ext uri="{C183D7F6-B498-43B3-948B-1728B52AA6E4}">
                <adec:decorative xmlns:adec="http://schemas.microsoft.com/office/drawing/2017/decorative" val="1"/>
              </a:ext>
            </a:extLst>
          </p:cNvPr>
          <p:cNvSpPr/>
          <p:nvPr/>
        </p:nvSpPr>
        <p:spPr>
          <a:xfrm>
            <a:off x="0" y="0"/>
            <a:ext cx="9144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AU" sz="1800"/>
          </a:p>
        </p:txBody>
      </p:sp>
      <p:sp>
        <p:nvSpPr>
          <p:cNvPr id="2" name="Title Placeholder 1">
            <a:extLst>
              <a:ext uri="{C183D7F6-B498-43B3-948B-1728B52AA6E4}">
                <adec:decorative xmlns:adec="http://schemas.microsoft.com/office/drawing/2017/decorative" val="0"/>
              </a:ext>
            </a:extLst>
          </p:cNvPr>
          <p:cNvSpPr>
            <a:spLocks noGrp="1"/>
          </p:cNvSpPr>
          <p:nvPr>
            <p:ph type="title"/>
          </p:nvPr>
        </p:nvSpPr>
        <p:spPr>
          <a:xfrm>
            <a:off x="720000" y="54000"/>
            <a:ext cx="7704000" cy="648000"/>
          </a:xfrm>
          <a:prstGeom prst="rect">
            <a:avLst/>
          </a:prstGeom>
        </p:spPr>
        <p:txBody>
          <a:bodyPr vert="horz" lIns="36000" tIns="36000" rIns="36000" bIns="36000" rtlCol="0" anchor="ctr">
            <a:noAutofit/>
          </a:bodyPr>
          <a:lstStyle/>
          <a:p>
            <a:r>
              <a:rPr lang="en-US"/>
              <a:t>Click to edit Master title style</a:t>
            </a:r>
            <a:endParaRPr lang="en-AU"/>
          </a:p>
        </p:txBody>
      </p:sp>
      <p:sp>
        <p:nvSpPr>
          <p:cNvPr id="3" name="Text Placeholder 2"/>
          <p:cNvSpPr>
            <a:spLocks noGrp="1"/>
          </p:cNvSpPr>
          <p:nvPr>
            <p:ph type="body" idx="1"/>
          </p:nvPr>
        </p:nvSpPr>
        <p:spPr>
          <a:xfrm>
            <a:off x="720000" y="1080000"/>
            <a:ext cx="7704000" cy="3672000"/>
          </a:xfrm>
          <a:prstGeom prst="rect">
            <a:avLst/>
          </a:prstGeom>
        </p:spPr>
        <p:txBody>
          <a:bodyPr vert="horz" lIns="36000" tIns="36000" rIns="36000" bIns="36000" rtlCol="0">
            <a:noAutofit/>
          </a:bodyPr>
          <a:lstStyle/>
          <a:p>
            <a:pPr lvl="0"/>
            <a:r>
              <a:rPr lang="en-US"/>
              <a:t>Press the Increase Indent Button for a Subheading, twice for a bullet, three times for a second level bullet and four times for large subheading. Press the Decrease button to move back through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Footer Placeholder 12"/>
          <p:cNvSpPr>
            <a:spLocks noGrp="1"/>
          </p:cNvSpPr>
          <p:nvPr>
            <p:ph type="ftr" sz="quarter" idx="3"/>
          </p:nvPr>
        </p:nvSpPr>
        <p:spPr>
          <a:xfrm>
            <a:off x="720000" y="4908600"/>
            <a:ext cx="3086100" cy="162000"/>
          </a:xfrm>
          <a:prstGeom prst="rect">
            <a:avLst/>
          </a:prstGeom>
        </p:spPr>
        <p:txBody>
          <a:bodyPr vert="horz" lIns="36000" tIns="36000" rIns="36000" bIns="36000" rtlCol="0" anchor="ctr"/>
          <a:lstStyle>
            <a:lvl1pPr algn="l">
              <a:defRPr sz="700">
                <a:solidFill>
                  <a:schemeClr val="tx1"/>
                </a:solidFill>
              </a:defRPr>
            </a:lvl1pPr>
          </a:lstStyle>
          <a:p>
            <a:r>
              <a:rPr lang="en-AU"/>
              <a:t>Footer text</a:t>
            </a:r>
          </a:p>
        </p:txBody>
      </p:sp>
      <p:sp>
        <p:nvSpPr>
          <p:cNvPr id="4" name="Date Placeholder 3"/>
          <p:cNvSpPr>
            <a:spLocks noGrp="1"/>
          </p:cNvSpPr>
          <p:nvPr>
            <p:ph type="dt" sz="half" idx="2"/>
          </p:nvPr>
        </p:nvSpPr>
        <p:spPr>
          <a:xfrm>
            <a:off x="5868000" y="4909249"/>
            <a:ext cx="2057400" cy="162000"/>
          </a:xfrm>
          <a:prstGeom prst="rect">
            <a:avLst/>
          </a:prstGeom>
        </p:spPr>
        <p:txBody>
          <a:bodyPr vert="horz" lIns="36000" tIns="36000" rIns="36000" bIns="36000" rtlCol="0" anchor="ctr">
            <a:noAutofit/>
          </a:bodyPr>
          <a:lstStyle>
            <a:lvl1pPr algn="r">
              <a:defRPr sz="700" b="0">
                <a:solidFill>
                  <a:schemeClr val="tx1"/>
                </a:solidFill>
              </a:defRPr>
            </a:lvl1pPr>
          </a:lstStyle>
          <a:p>
            <a:fld id="{9D730715-F26D-49BA-85D1-44BBC5829531}" type="datetime1">
              <a:rPr lang="en-AU" smtClean="0"/>
              <a:t>5/05/2026</a:t>
            </a:fld>
            <a:endParaRPr lang="en-AU"/>
          </a:p>
        </p:txBody>
      </p:sp>
      <p:sp>
        <p:nvSpPr>
          <p:cNvPr id="6" name="Slide Number Placeholder 5"/>
          <p:cNvSpPr>
            <a:spLocks noGrp="1"/>
          </p:cNvSpPr>
          <p:nvPr>
            <p:ph type="sldNum" sz="quarter" idx="4"/>
          </p:nvPr>
        </p:nvSpPr>
        <p:spPr>
          <a:xfrm>
            <a:off x="7924800" y="4909249"/>
            <a:ext cx="590550" cy="162000"/>
          </a:xfrm>
          <a:prstGeom prst="rect">
            <a:avLst/>
          </a:prstGeom>
        </p:spPr>
        <p:txBody>
          <a:bodyPr vert="horz" lIns="36000" tIns="36000" rIns="36000" bIns="36000" rtlCol="0" anchor="ctr">
            <a:noAutofit/>
          </a:bodyPr>
          <a:lstStyle>
            <a:lvl1pPr algn="r">
              <a:defRPr sz="700" b="0">
                <a:solidFill>
                  <a:schemeClr val="tx1"/>
                </a:solidFill>
              </a:defRPr>
            </a:lvl1pPr>
          </a:lstStyle>
          <a:p>
            <a:fld id="{BB1C4F31-AAC3-416A-A54A-167287B4272A}" type="slidenum">
              <a:rPr lang="en-AU" smtClean="0"/>
              <a:pPr/>
              <a:t>‹#›</a:t>
            </a:fld>
            <a:endParaRPr lang="en-AU"/>
          </a:p>
        </p:txBody>
      </p:sp>
      <p:sp>
        <p:nvSpPr>
          <p:cNvPr id="5" name="TextBox 4"/>
          <p:cNvSpPr txBox="1"/>
          <p:nvPr>
            <p:extLst>
              <p:ext uri="{1162E1C5-73C7-4A58-AE30-91384D911F3F}">
                <p184:classification xmlns:p184="http://schemas.microsoft.com/office/powerpoint/2018/4/main" val="hdr"/>
              </p:ext>
            </p:extLst>
          </p:nvPr>
        </p:nvSpPr>
        <p:spPr>
          <a:xfrm>
            <a:off x="3842512" y="63500"/>
            <a:ext cx="1495425" cy="213360"/>
          </a:xfrm>
          <a:prstGeom prst="rect">
            <a:avLst/>
          </a:prstGeom>
        </p:spPr>
        <p:txBody>
          <a:bodyPr horzOverflow="overflow" lIns="0" tIns="0" rIns="0" bIns="0">
            <a:spAutoFit/>
          </a:bodyPr>
          <a:lstStyle/>
          <a:p>
            <a:pPr algn="l"/>
            <a:r>
              <a:rPr lang="en-US" sz="1400">
                <a:solidFill>
                  <a:srgbClr val="FF0000">
                    <a:alpha val="50000"/>
                  </a:srgbClr>
                </a:solidFill>
                <a:latin typeface="Aptos" panose="020B0004020202020204" pitchFamily="34" charset="0"/>
              </a:rPr>
              <a:t>OFFICIAL Sensitive</a:t>
            </a:r>
          </a:p>
        </p:txBody>
      </p:sp>
    </p:spTree>
    <p:extLst>
      <p:ext uri="{BB962C8B-B14F-4D97-AF65-F5344CB8AC3E}">
        <p14:creationId xmlns:p14="http://schemas.microsoft.com/office/powerpoint/2010/main" val="2324426886"/>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03" r:id="rId19"/>
  </p:sldLayoutIdLst>
  <p:hf hdr="0" dt="0"/>
  <p:txStyles>
    <p:titleStyle>
      <a:lvl1pPr algn="l" defTabSz="685800" rtl="0" eaLnBrk="1" latinLnBrk="0" hangingPunct="1">
        <a:lnSpc>
          <a:spcPct val="90000"/>
        </a:lnSpc>
        <a:spcBef>
          <a:spcPct val="0"/>
        </a:spcBef>
        <a:buNone/>
        <a:defRPr sz="2000" b="1"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685800" rtl="0" eaLnBrk="1" latinLnBrk="0" hangingPunct="1">
        <a:lnSpc>
          <a:spcPct val="100000"/>
        </a:lnSpc>
        <a:spcBef>
          <a:spcPts val="300"/>
        </a:spcBef>
        <a:spcAft>
          <a:spcPts val="600"/>
        </a:spcAft>
        <a:buFontTx/>
        <a:buNone/>
        <a:defRPr sz="1400" kern="1200" baseline="0">
          <a:solidFill>
            <a:schemeClr val="tx1"/>
          </a:solidFill>
          <a:latin typeface="+mn-lt"/>
          <a:ea typeface="+mn-ea"/>
          <a:cs typeface="+mn-cs"/>
        </a:defRPr>
      </a:lvl1pPr>
      <a:lvl2pPr marL="0" indent="0" algn="l" defTabSz="685800" rtl="0" eaLnBrk="1" latinLnBrk="0" hangingPunct="1">
        <a:lnSpc>
          <a:spcPct val="100000"/>
        </a:lnSpc>
        <a:spcBef>
          <a:spcPts val="900"/>
        </a:spcBef>
        <a:spcAft>
          <a:spcPts val="500"/>
        </a:spcAft>
        <a:buFontTx/>
        <a:buNone/>
        <a:defRPr sz="1400" b="1" kern="1200">
          <a:solidFill>
            <a:schemeClr val="tx2"/>
          </a:solidFill>
          <a:latin typeface="+mn-lt"/>
          <a:ea typeface="+mn-ea"/>
          <a:cs typeface="+mn-cs"/>
        </a:defRPr>
      </a:lvl2pPr>
      <a:lvl3pPr marL="180000" indent="-180000" algn="l" defTabSz="685800" rtl="0" eaLnBrk="1" latinLnBrk="0" hangingPunct="1">
        <a:lnSpc>
          <a:spcPct val="100000"/>
        </a:lnSpc>
        <a:spcBef>
          <a:spcPts val="300"/>
        </a:spcBef>
        <a:spcAft>
          <a:spcPts val="300"/>
        </a:spcAft>
        <a:buFont typeface="Arial" panose="020B0604020202020204" pitchFamily="34" charset="0"/>
        <a:buChar char="•"/>
        <a:defRPr sz="1400" kern="1200">
          <a:solidFill>
            <a:schemeClr val="tx1"/>
          </a:solidFill>
          <a:latin typeface="+mn-lt"/>
          <a:ea typeface="+mn-ea"/>
          <a:cs typeface="+mn-cs"/>
        </a:defRPr>
      </a:lvl3pPr>
      <a:lvl4pPr marL="432000" indent="-252000" algn="l" defTabSz="685800" rtl="0" eaLnBrk="1" latinLnBrk="0" hangingPunct="1">
        <a:lnSpc>
          <a:spcPct val="100000"/>
        </a:lnSpc>
        <a:spcBef>
          <a:spcPts val="300"/>
        </a:spcBef>
        <a:spcAft>
          <a:spcPts val="300"/>
        </a:spcAft>
        <a:buFont typeface="Verdana" panose="020B0604030504040204" pitchFamily="34" charset="0"/>
        <a:buChar char="–"/>
        <a:defRPr sz="1400" kern="1200">
          <a:solidFill>
            <a:schemeClr val="tx1"/>
          </a:solidFill>
          <a:latin typeface="+mn-lt"/>
          <a:ea typeface="+mn-ea"/>
          <a:cs typeface="+mn-cs"/>
        </a:defRPr>
      </a:lvl4pPr>
      <a:lvl5pPr marL="0" indent="0" algn="l" defTabSz="685800" rtl="0" eaLnBrk="1" latinLnBrk="0" hangingPunct="1">
        <a:lnSpc>
          <a:spcPct val="100000"/>
        </a:lnSpc>
        <a:spcBef>
          <a:spcPts val="900"/>
        </a:spcBef>
        <a:spcAft>
          <a:spcPts val="500"/>
        </a:spcAft>
        <a:buFontTx/>
        <a:buNone/>
        <a:defRPr sz="16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nflo.mwc.melbournewater.com.au/inflo/cs.exe/properties/72869721"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7970A62D-EB2D-4F24-AFFF-9105866BD356}"/>
              </a:ext>
            </a:extLst>
          </p:cNvPr>
          <p:cNvSpPr>
            <a:spLocks noGrp="1"/>
          </p:cNvSpPr>
          <p:nvPr>
            <p:ph type="ctrTitle"/>
          </p:nvPr>
        </p:nvSpPr>
        <p:spPr>
          <a:xfrm>
            <a:off x="282121" y="3419111"/>
            <a:ext cx="8280000" cy="486102"/>
          </a:xfrm>
        </p:spPr>
        <p:txBody>
          <a:bodyPr/>
          <a:lstStyle/>
          <a:p>
            <a:r>
              <a:rPr lang="en-AU">
                <a:latin typeface="Calibri" panose="020F0502020204030204" pitchFamily="34" charset="0"/>
                <a:ea typeface="Calibri" panose="020F0502020204030204" pitchFamily="34" charset="0"/>
                <a:cs typeface="Calibri" panose="020F0502020204030204" pitchFamily="34" charset="0"/>
              </a:rPr>
              <a:t>Discussion paper – Biztalk Upgrade</a:t>
            </a: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8" name="Text Placeholder 17">
            <a:extLst>
              <a:ext uri="{FF2B5EF4-FFF2-40B4-BE49-F238E27FC236}">
                <a16:creationId xmlns:a16="http://schemas.microsoft.com/office/drawing/2014/main" id="{EA73E325-0A70-437A-B435-8D9972673733}"/>
              </a:ext>
            </a:extLst>
          </p:cNvPr>
          <p:cNvSpPr>
            <a:spLocks noGrp="1"/>
          </p:cNvSpPr>
          <p:nvPr>
            <p:ph type="body" sz="quarter" idx="10"/>
          </p:nvPr>
        </p:nvSpPr>
        <p:spPr/>
        <p:txBody>
          <a:bodyPr vert="horz" lIns="36000" tIns="36000" rIns="36000" bIns="36000" rtlCol="0" anchor="t">
            <a:noAutofit/>
          </a:bodyPr>
          <a:lstStyle/>
          <a:p>
            <a:r>
              <a:rPr lang="en-AU"/>
              <a:t>29 April 2026</a:t>
            </a:r>
          </a:p>
        </p:txBody>
      </p:sp>
    </p:spTree>
    <p:extLst>
      <p:ext uri="{BB962C8B-B14F-4D97-AF65-F5344CB8AC3E}">
        <p14:creationId xmlns:p14="http://schemas.microsoft.com/office/powerpoint/2010/main" val="179154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830E08-BF4F-991B-7CB3-BDC0CFEBE2AE}"/>
              </a:ext>
            </a:extLst>
          </p:cNvPr>
          <p:cNvSpPr>
            <a:spLocks noGrp="1"/>
          </p:cNvSpPr>
          <p:nvPr>
            <p:ph type="ftr" sz="quarter" idx="11"/>
          </p:nvPr>
        </p:nvSpPr>
        <p:spPr/>
        <p:txBody>
          <a:bodyPr/>
          <a:lstStyle/>
          <a:p>
            <a:pPr algn="l"/>
            <a:r>
              <a:rPr lang="en-AU"/>
              <a:t>Melbourne Water Information Technology and Management</a:t>
            </a:r>
          </a:p>
        </p:txBody>
      </p:sp>
      <p:sp>
        <p:nvSpPr>
          <p:cNvPr id="9" name="Slide Number Placeholder 8"/>
          <p:cNvSpPr>
            <a:spLocks noGrp="1"/>
          </p:cNvSpPr>
          <p:nvPr>
            <p:ph type="sldNum" sz="quarter" idx="12"/>
          </p:nvPr>
        </p:nvSpPr>
        <p:spPr/>
        <p:txBody>
          <a:bodyPr vert="horz" lIns="36000" tIns="36000" rIns="36000" bIns="36000" rtlCol="0" anchor="ctr">
            <a:normAutofit/>
          </a:bodyPr>
          <a:lstStyle/>
          <a:p>
            <a:pPr>
              <a:lnSpc>
                <a:spcPct val="90000"/>
              </a:lnSpc>
              <a:spcAft>
                <a:spcPts val="600"/>
              </a:spcAft>
            </a:pPr>
            <a:fld id="{BB1C4F31-AAC3-416A-A54A-167287B4272A}" type="slidenum">
              <a:rPr lang="en-AU" sz="600" smtClean="0"/>
              <a:pPr>
                <a:lnSpc>
                  <a:spcPct val="90000"/>
                </a:lnSpc>
                <a:spcAft>
                  <a:spcPts val="600"/>
                </a:spcAft>
              </a:pPr>
              <a:t>2</a:t>
            </a:fld>
            <a:endParaRPr lang="en-AU" sz="600"/>
          </a:p>
        </p:txBody>
      </p:sp>
      <p:sp>
        <p:nvSpPr>
          <p:cNvPr id="3" name="TextBox 2">
            <a:extLst>
              <a:ext uri="{FF2B5EF4-FFF2-40B4-BE49-F238E27FC236}">
                <a16:creationId xmlns:a16="http://schemas.microsoft.com/office/drawing/2014/main" id="{BBB29BF0-F1B6-360F-599F-01E4280DF6C3}"/>
              </a:ext>
            </a:extLst>
          </p:cNvPr>
          <p:cNvSpPr txBox="1"/>
          <p:nvPr/>
        </p:nvSpPr>
        <p:spPr>
          <a:xfrm>
            <a:off x="720000" y="1163634"/>
            <a:ext cx="5904000" cy="3672000"/>
          </a:xfrm>
          <a:prstGeom prst="rect">
            <a:avLst/>
          </a:prstGeom>
        </p:spPr>
        <p:txBody>
          <a:bodyPr rot="0" spcFirstLastPara="0" vertOverflow="overflow" horzOverflow="overflow" vert="horz" lIns="36000" tIns="36000" rIns="36000" bIns="36000" numCol="1" spcCol="0" rtlCol="0" fromWordArt="0" anchor="t" anchorCtr="0" forceAA="0" compatLnSpc="1">
            <a:prstTxWarp prst="textNoShape">
              <a:avLst/>
            </a:prstTxWarp>
            <a:normAutofit/>
          </a:bodyPr>
          <a:lstStyle/>
          <a:p>
            <a:pPr defTabSz="685800">
              <a:spcAft>
                <a:spcPts val="600"/>
              </a:spcAft>
            </a:pPr>
            <a:endParaRPr lang="en-US">
              <a:ea typeface="Verdana"/>
            </a:endParaRPr>
          </a:p>
        </p:txBody>
      </p:sp>
      <p:sp>
        <p:nvSpPr>
          <p:cNvPr id="7" name="TextBox 6">
            <a:extLst>
              <a:ext uri="{FF2B5EF4-FFF2-40B4-BE49-F238E27FC236}">
                <a16:creationId xmlns:a16="http://schemas.microsoft.com/office/drawing/2014/main" id="{918F7745-E289-CDAD-3E91-4A55E0987755}"/>
              </a:ext>
            </a:extLst>
          </p:cNvPr>
          <p:cNvSpPr txBox="1"/>
          <p:nvPr/>
        </p:nvSpPr>
        <p:spPr>
          <a:xfrm>
            <a:off x="240671" y="713943"/>
            <a:ext cx="7432123" cy="4375557"/>
          </a:xfrm>
          <a:prstGeom prst="rect">
            <a:avLst/>
          </a:prstGeom>
          <a:noFill/>
        </p:spPr>
        <p:txBody>
          <a:bodyPr wrap="square" lIns="91440" tIns="45720" rIns="91440" bIns="45720" anchor="t">
            <a:spAutoFit/>
          </a:bodyPr>
          <a:lstStyle/>
          <a:p>
            <a:pPr marL="285750" indent="-285750">
              <a:spcAft>
                <a:spcPts val="400"/>
              </a:spcAft>
              <a:buFont typeface="Arial" panose="020B0604020202020204" pitchFamily="34" charset="0"/>
              <a:buChar char="•"/>
              <a:defRPr/>
            </a:pPr>
            <a:r>
              <a:rPr lang="en-AU" sz="1100" dirty="0">
                <a:latin typeface="Calibri" panose="020F0502020204030204" pitchFamily="34" charset="0"/>
                <a:ea typeface="Calibri" panose="020F0502020204030204" pitchFamily="34" charset="0"/>
                <a:cs typeface="Calibri" panose="020F0502020204030204" pitchFamily="34" charset="0"/>
              </a:rPr>
              <a:t>Melbourne Water currently uses Microsoft Biztalk Server as our on-premises enterprise service bus (ESB) to support orchestration of integrations between our enterprise systems.</a:t>
            </a:r>
          </a:p>
          <a:p>
            <a:pPr marL="285750" indent="-285750">
              <a:spcAft>
                <a:spcPts val="400"/>
              </a:spcAft>
              <a:buFont typeface="Arial" panose="020B0604020202020204" pitchFamily="34" charset="0"/>
              <a:buChar char="•"/>
              <a:defRPr/>
            </a:pPr>
            <a:r>
              <a:rPr lang="en-AU" sz="1100" dirty="0">
                <a:latin typeface="Calibri" panose="020F0502020204030204" pitchFamily="34" charset="0"/>
                <a:ea typeface="Calibri" panose="020F0502020204030204" pitchFamily="34" charset="0"/>
                <a:cs typeface="Calibri" panose="020F0502020204030204" pitchFamily="34" charset="0"/>
              </a:rPr>
              <a:t>The current Biztalk platform is built using Biztalk Server 2016, which has reached end of mainstream support, and will reach end of extended support on 11th January 2027.</a:t>
            </a:r>
          </a:p>
          <a:p>
            <a:pPr marL="285750" indent="-285750">
              <a:spcAft>
                <a:spcPts val="400"/>
              </a:spcAft>
              <a:buFont typeface="Arial" panose="020B0604020202020204" pitchFamily="34" charset="0"/>
              <a:buChar char="•"/>
              <a:defRPr/>
            </a:pPr>
            <a:r>
              <a:rPr lang="en-AU" sz="1100" dirty="0">
                <a:latin typeface="Calibri"/>
                <a:ea typeface="Calibri"/>
                <a:cs typeface="Calibri"/>
              </a:rPr>
              <a:t>Proposal was to upgrade the Biztalk platform to Biztalk Server 2020. </a:t>
            </a:r>
          </a:p>
          <a:p>
            <a:pPr marL="285750" indent="-285750">
              <a:spcAft>
                <a:spcPts val="400"/>
              </a:spcAft>
              <a:buFont typeface="Arial" panose="020B0604020202020204" pitchFamily="34" charset="0"/>
              <a:buChar char="•"/>
              <a:defRPr/>
            </a:pPr>
            <a:r>
              <a:rPr lang="en-AU" sz="1100" dirty="0">
                <a:latin typeface="Calibri" panose="020F0502020204030204" pitchFamily="34" charset="0"/>
                <a:ea typeface="Calibri" panose="020F0502020204030204" pitchFamily="34" charset="0"/>
                <a:cs typeface="Calibri" panose="020F0502020204030204" pitchFamily="34" charset="0"/>
              </a:rPr>
              <a:t>There are 67 integrations:</a:t>
            </a:r>
          </a:p>
          <a:p>
            <a:pPr marL="742950" lvl="1" indent="-285750">
              <a:spcAft>
                <a:spcPts val="400"/>
              </a:spcAft>
              <a:buFont typeface="Wingdings" panose="05000000000000000000" pitchFamily="2" charset="2"/>
              <a:buChar char="q"/>
              <a:defRPr/>
            </a:pPr>
            <a:r>
              <a:rPr lang="en-AU" sz="1100" dirty="0">
                <a:latin typeface="Calibri" panose="020F0502020204030204" pitchFamily="34" charset="0"/>
                <a:ea typeface="Calibri" panose="020F0502020204030204" pitchFamily="34" charset="0"/>
                <a:cs typeface="Calibri" panose="020F0502020204030204" pitchFamily="34" charset="0"/>
              </a:rPr>
              <a:t>Business application</a:t>
            </a:r>
          </a:p>
          <a:p>
            <a:pPr marL="1200150" lvl="2" indent="-285750">
              <a:spcAft>
                <a:spcPts val="400"/>
              </a:spcAft>
              <a:buFont typeface="Courier New" panose="02070309020205020404" pitchFamily="49" charset="0"/>
              <a:buChar char="o"/>
              <a:defRPr/>
            </a:pPr>
            <a:r>
              <a:rPr lang="en-AU" sz="1100" dirty="0">
                <a:latin typeface="Calibri" panose="020F0502020204030204" pitchFamily="34" charset="0"/>
                <a:ea typeface="Calibri" panose="020F0502020204030204" pitchFamily="34" charset="0"/>
                <a:cs typeface="Calibri" panose="020F0502020204030204" pitchFamily="34" charset="0"/>
              </a:rPr>
              <a:t>Cloud to Cloud: 8</a:t>
            </a:r>
          </a:p>
          <a:p>
            <a:pPr marL="1200150" lvl="2" indent="-285750">
              <a:spcAft>
                <a:spcPts val="400"/>
              </a:spcAft>
              <a:buFont typeface="Courier New" panose="02070309020205020404" pitchFamily="49" charset="0"/>
              <a:buChar char="o"/>
              <a:defRPr/>
            </a:pPr>
            <a:r>
              <a:rPr lang="en-AU" sz="1100" dirty="0">
                <a:latin typeface="Calibri" panose="020F0502020204030204" pitchFamily="34" charset="0"/>
                <a:ea typeface="Calibri" panose="020F0502020204030204" pitchFamily="34" charset="0"/>
                <a:cs typeface="Calibri" panose="020F0502020204030204" pitchFamily="34" charset="0"/>
              </a:rPr>
              <a:t>Hybrid: On-prem to cloud: 41</a:t>
            </a:r>
          </a:p>
          <a:p>
            <a:pPr marL="1200150" lvl="2" indent="-285750">
              <a:spcAft>
                <a:spcPts val="400"/>
              </a:spcAft>
              <a:buFont typeface="Courier New" panose="02070309020205020404" pitchFamily="49" charset="0"/>
              <a:buChar char="o"/>
              <a:defRPr/>
            </a:pPr>
            <a:r>
              <a:rPr lang="en-AU" sz="1100" dirty="0">
                <a:latin typeface="Calibri" panose="020F0502020204030204" pitchFamily="34" charset="0"/>
                <a:ea typeface="Calibri" panose="020F0502020204030204" pitchFamily="34" charset="0"/>
                <a:cs typeface="Calibri" panose="020F0502020204030204" pitchFamily="34" charset="0"/>
              </a:rPr>
              <a:t>On-prem to On-prem: 6</a:t>
            </a:r>
          </a:p>
          <a:p>
            <a:pPr marL="742950" lvl="1" indent="-285750">
              <a:spcAft>
                <a:spcPts val="400"/>
              </a:spcAft>
              <a:buFont typeface="Wingdings" panose="05000000000000000000" pitchFamily="2" charset="2"/>
              <a:buChar char="q"/>
              <a:defRPr/>
            </a:pPr>
            <a:r>
              <a:rPr lang="en-AU" sz="1100" dirty="0">
                <a:latin typeface="Calibri"/>
                <a:ea typeface="Calibri"/>
                <a:cs typeface="Calibri"/>
              </a:rPr>
              <a:t>Remaining: 12 comprise of internal integration within Biztalk components and common technical code component to support the business applications.</a:t>
            </a:r>
          </a:p>
          <a:p>
            <a:pPr marL="742950" lvl="1" indent="-285750">
              <a:spcAft>
                <a:spcPts val="400"/>
              </a:spcAft>
              <a:buFont typeface="Wingdings" panose="05000000000000000000" pitchFamily="2" charset="2"/>
              <a:buChar char="q"/>
              <a:defRPr/>
            </a:pPr>
            <a:r>
              <a:rPr lang="en-AU" sz="1100" dirty="0">
                <a:latin typeface="Calibri"/>
                <a:ea typeface="Calibri"/>
                <a:cs typeface="Calibri"/>
              </a:rPr>
              <a:t>Slide 3,4,5 specified on integration catalogue.</a:t>
            </a:r>
            <a:endParaRPr lang="en-AU" sz="1100" dirty="0">
              <a:latin typeface="Calibri" panose="020F0502020204030204" pitchFamily="34" charset="0"/>
              <a:ea typeface="Calibri" panose="020F0502020204030204" pitchFamily="34" charset="0"/>
              <a:cs typeface="Calibri" panose="020F0502020204030204" pitchFamily="34" charset="0"/>
            </a:endParaRPr>
          </a:p>
          <a:p>
            <a:pPr marL="171450" indent="-171450">
              <a:spcAft>
                <a:spcPts val="400"/>
              </a:spcAft>
              <a:buFont typeface="Arial" panose="020B0604020202020204" pitchFamily="34" charset="0"/>
              <a:buChar char="•"/>
              <a:defRPr/>
            </a:pPr>
            <a:r>
              <a:rPr lang="en-AU" sz="1100" dirty="0">
                <a:latin typeface="Calibri"/>
                <a:ea typeface="Calibri"/>
                <a:cs typeface="Calibri"/>
              </a:rPr>
              <a:t>Refer AGA Pack: </a:t>
            </a:r>
            <a:r>
              <a:rPr lang="en-AU" sz="1100" dirty="0">
                <a:latin typeface="Calibri"/>
                <a:ea typeface="Calibri"/>
                <a:cs typeface="Calibri"/>
                <a:hlinkClick r:id="rId2"/>
              </a:rPr>
              <a:t>Document Properties: Biztalk Upgrade - AGA Presentation.pptx</a:t>
            </a:r>
            <a:endParaRPr lang="en-AU" sz="1100" dirty="0">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400"/>
              </a:spcAft>
              <a:buFont typeface="Wingdings" panose="05000000000000000000" pitchFamily="2" charset="2"/>
              <a:buChar char="q"/>
              <a:defRPr/>
            </a:pPr>
            <a:endParaRPr lang="en-AU" sz="1100" dirty="0">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400"/>
              </a:spcAft>
              <a:buFont typeface="Courier New" panose="02070309020205020404" pitchFamily="49" charset="0"/>
              <a:buChar char="o"/>
              <a:defRPr/>
            </a:pPr>
            <a:endParaRPr lang="en-AU" sz="1200" dirty="0">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400"/>
              </a:spcAft>
              <a:buFont typeface="Courier New" panose="02070309020205020404" pitchFamily="49" charset="0"/>
              <a:buChar char="o"/>
              <a:defRPr/>
            </a:pPr>
            <a:endParaRPr lang="en-AU" sz="1200" dirty="0">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400"/>
              </a:spcAft>
              <a:buFont typeface="Arial" panose="020B0604020202020204" pitchFamily="34" charset="0"/>
              <a:buChar char="•"/>
              <a:defRPr/>
            </a:pPr>
            <a:endParaRPr lang="en-AU" sz="1200" dirty="0">
              <a:latin typeface="Calibri" panose="020F0502020204030204" pitchFamily="34" charset="0"/>
              <a:ea typeface="Calibri" panose="020F0502020204030204" pitchFamily="34" charset="0"/>
              <a:cs typeface="Calibri" panose="020F0502020204030204" pitchFamily="34" charset="0"/>
            </a:endParaRPr>
          </a:p>
          <a:p>
            <a:pPr marL="742950" lvl="1" indent="-285750">
              <a:spcAft>
                <a:spcPts val="400"/>
              </a:spcAft>
              <a:buFont typeface="Arial" panose="020B0604020202020204" pitchFamily="34" charset="0"/>
              <a:buChar char="•"/>
              <a:defRPr/>
            </a:pPr>
            <a:endParaRPr lang="en-AU" sz="1200" dirty="0">
              <a:latin typeface="Calibri" panose="020F0502020204030204" pitchFamily="34" charset="0"/>
              <a:ea typeface="Calibri" panose="020F0502020204030204" pitchFamily="34" charset="0"/>
              <a:cs typeface="Calibri" panose="020F0502020204030204" pitchFamily="34" charset="0"/>
            </a:endParaRPr>
          </a:p>
          <a:p>
            <a:pPr marL="285750" indent="-285750">
              <a:spcAft>
                <a:spcPts val="400"/>
              </a:spcAft>
              <a:buFont typeface="Arial" panose="020B0604020202020204" pitchFamily="34" charset="0"/>
              <a:buChar char="•"/>
              <a:defRPr/>
            </a:pPr>
            <a:endParaRPr lang="en-AU" sz="1200" dirty="0">
              <a:latin typeface="Calibri" panose="020F0502020204030204" pitchFamily="34" charset="0"/>
              <a:ea typeface="Calibri" panose="020F0502020204030204" pitchFamily="34" charset="0"/>
              <a:cs typeface="Calibri" panose="020F0502020204030204" pitchFamily="34" charset="0"/>
            </a:endParaRPr>
          </a:p>
        </p:txBody>
      </p:sp>
      <p:sp>
        <p:nvSpPr>
          <p:cNvPr id="10" name="Title 9">
            <a:extLst>
              <a:ext uri="{FF2B5EF4-FFF2-40B4-BE49-F238E27FC236}">
                <a16:creationId xmlns:a16="http://schemas.microsoft.com/office/drawing/2014/main" id="{1E3D5D94-02BD-EC54-E913-46E042BD5E49}"/>
              </a:ext>
            </a:extLst>
          </p:cNvPr>
          <p:cNvSpPr>
            <a:spLocks noGrp="1"/>
          </p:cNvSpPr>
          <p:nvPr>
            <p:ph type="title"/>
          </p:nvPr>
        </p:nvSpPr>
        <p:spPr>
          <a:xfrm>
            <a:off x="91350" y="234252"/>
            <a:ext cx="1388200" cy="337248"/>
          </a:xfrm>
        </p:spPr>
        <p:txBody>
          <a:bodyPr/>
          <a:lstStyle/>
          <a:p>
            <a:r>
              <a:rPr lang="en-AU" sz="1600">
                <a:latin typeface="Calibri" panose="020F0502020204030204" pitchFamily="34" charset="0"/>
                <a:ea typeface="Calibri" panose="020F0502020204030204" pitchFamily="34" charset="0"/>
                <a:cs typeface="Calibri" panose="020F0502020204030204" pitchFamily="34" charset="0"/>
              </a:rPr>
              <a:t>Overview</a:t>
            </a:r>
          </a:p>
        </p:txBody>
      </p:sp>
    </p:spTree>
    <p:extLst>
      <p:ext uri="{BB962C8B-B14F-4D97-AF65-F5344CB8AC3E}">
        <p14:creationId xmlns:p14="http://schemas.microsoft.com/office/powerpoint/2010/main" val="3841672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E2631-289A-F295-18E3-D841821C6920}"/>
              </a:ext>
            </a:extLst>
          </p:cNvPr>
          <p:cNvSpPr>
            <a:spLocks noGrp="1"/>
          </p:cNvSpPr>
          <p:nvPr>
            <p:ph type="title"/>
          </p:nvPr>
        </p:nvSpPr>
        <p:spPr/>
        <p:txBody>
          <a:bodyPr/>
          <a:lstStyle/>
          <a:p>
            <a:r>
              <a:rPr lang="en-AU"/>
              <a:t>Project Timeline (To Date)</a:t>
            </a:r>
            <a:br>
              <a:rPr lang="en-AU" dirty="0">
                <a:latin typeface="Calibri" panose="020F0502020204030204" pitchFamily="34" charset="0"/>
                <a:ea typeface="Calibri" panose="020F0502020204030204" pitchFamily="34" charset="0"/>
                <a:cs typeface="Calibri" panose="020F0502020204030204" pitchFamily="34" charset="0"/>
              </a:rPr>
            </a:br>
            <a:endParaRPr lang="en-AU"/>
          </a:p>
        </p:txBody>
      </p:sp>
      <p:graphicFrame>
        <p:nvGraphicFramePr>
          <p:cNvPr id="6" name="Content Placeholder 5">
            <a:extLst>
              <a:ext uri="{FF2B5EF4-FFF2-40B4-BE49-F238E27FC236}">
                <a16:creationId xmlns:a16="http://schemas.microsoft.com/office/drawing/2014/main" id="{5BE82388-0109-428B-F9C5-1F8FD96866ED}"/>
              </a:ext>
            </a:extLst>
          </p:cNvPr>
          <p:cNvGraphicFramePr>
            <a:graphicFrameLocks noGrp="1"/>
          </p:cNvGraphicFramePr>
          <p:nvPr>
            <p:ph sz="quarter" idx="13"/>
            <p:extLst>
              <p:ext uri="{D42A27DB-BD31-4B8C-83A1-F6EECF244321}">
                <p14:modId xmlns:p14="http://schemas.microsoft.com/office/powerpoint/2010/main" val="4216117212"/>
              </p:ext>
            </p:extLst>
          </p:nvPr>
        </p:nvGraphicFramePr>
        <p:xfrm>
          <a:off x="720725" y="1079500"/>
          <a:ext cx="7903730" cy="3671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15509412-422E-26D8-EFC1-FFF40C51DEC8}"/>
              </a:ext>
            </a:extLst>
          </p:cNvPr>
          <p:cNvSpPr>
            <a:spLocks noGrp="1"/>
          </p:cNvSpPr>
          <p:nvPr>
            <p:ph type="ftr" sz="quarter" idx="11"/>
          </p:nvPr>
        </p:nvSpPr>
        <p:spPr/>
        <p:txBody>
          <a:bodyPr/>
          <a:lstStyle/>
          <a:p>
            <a:pPr algn="l"/>
            <a:r>
              <a:rPr lang="en-AU"/>
              <a:t>Melbourne Water Information Technology and Management</a:t>
            </a:r>
          </a:p>
        </p:txBody>
      </p:sp>
      <p:sp>
        <p:nvSpPr>
          <p:cNvPr id="5" name="Slide Number Placeholder 4">
            <a:extLst>
              <a:ext uri="{FF2B5EF4-FFF2-40B4-BE49-F238E27FC236}">
                <a16:creationId xmlns:a16="http://schemas.microsoft.com/office/drawing/2014/main" id="{9C223598-DA87-D9DC-7C0D-E019F639A98A}"/>
              </a:ext>
            </a:extLst>
          </p:cNvPr>
          <p:cNvSpPr>
            <a:spLocks noGrp="1"/>
          </p:cNvSpPr>
          <p:nvPr>
            <p:ph type="sldNum" sz="quarter" idx="12"/>
          </p:nvPr>
        </p:nvSpPr>
        <p:spPr/>
        <p:txBody>
          <a:bodyPr/>
          <a:lstStyle/>
          <a:p>
            <a:fld id="{BB1C4F31-AAC3-416A-A54A-167287B4272A}" type="slidenum">
              <a:rPr lang="en-AU" smtClean="0"/>
              <a:pPr/>
              <a:t>3</a:t>
            </a:fld>
            <a:endParaRPr lang="en-AU"/>
          </a:p>
        </p:txBody>
      </p:sp>
      <p:sp>
        <p:nvSpPr>
          <p:cNvPr id="7" name="TextBox 6">
            <a:extLst>
              <a:ext uri="{FF2B5EF4-FFF2-40B4-BE49-F238E27FC236}">
                <a16:creationId xmlns:a16="http://schemas.microsoft.com/office/drawing/2014/main" id="{737F5E61-64A9-E4D2-6A72-FB4485480C76}"/>
              </a:ext>
            </a:extLst>
          </p:cNvPr>
          <p:cNvSpPr txBox="1"/>
          <p:nvPr/>
        </p:nvSpPr>
        <p:spPr>
          <a:xfrm>
            <a:off x="2676611" y="4321545"/>
            <a:ext cx="5834546" cy="261610"/>
          </a:xfrm>
          <a:prstGeom prst="rect">
            <a:avLst/>
          </a:prstGeom>
          <a:noFill/>
        </p:spPr>
        <p:txBody>
          <a:bodyPr wrap="square" lIns="91440" tIns="45720" rIns="91440" bIns="45720" rtlCol="0" anchor="t">
            <a:spAutoFit/>
          </a:bodyPr>
          <a:lstStyle/>
          <a:p>
            <a:r>
              <a:rPr lang="en-AU" sz="1100">
                <a:latin typeface="Calibri"/>
                <a:ea typeface="Calibri"/>
                <a:cs typeface="Calibri"/>
              </a:rPr>
              <a:t>Note: Migration to AIS was never a scope of this project </a:t>
            </a:r>
          </a:p>
        </p:txBody>
      </p:sp>
    </p:spTree>
    <p:extLst>
      <p:ext uri="{BB962C8B-B14F-4D97-AF65-F5344CB8AC3E}">
        <p14:creationId xmlns:p14="http://schemas.microsoft.com/office/powerpoint/2010/main" val="4164080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6ACCB99-0ACC-E0E9-7CBA-328BEF3F6582}"/>
              </a:ext>
            </a:extLst>
          </p:cNvPr>
          <p:cNvSpPr>
            <a:spLocks noGrp="1"/>
          </p:cNvSpPr>
          <p:nvPr>
            <p:ph type="title"/>
          </p:nvPr>
        </p:nvSpPr>
        <p:spPr>
          <a:xfrm>
            <a:off x="220800" y="72251"/>
            <a:ext cx="7704000" cy="648000"/>
          </a:xfrm>
        </p:spPr>
        <p:txBody>
          <a:bodyPr/>
          <a:lstStyle/>
          <a:p>
            <a:r>
              <a:rPr lang="en-US" sz="1600">
                <a:latin typeface="Calibri" panose="020F0502020204030204" pitchFamily="34" charset="0"/>
                <a:ea typeface="Calibri" panose="020F0502020204030204" pitchFamily="34" charset="0"/>
                <a:cs typeface="Calibri" panose="020F0502020204030204" pitchFamily="34" charset="0"/>
              </a:rPr>
              <a:t>Integration Catalogue- Biztalk</a:t>
            </a:r>
          </a:p>
        </p:txBody>
      </p:sp>
      <p:sp>
        <p:nvSpPr>
          <p:cNvPr id="4" name="Footer Placeholder 3">
            <a:extLst>
              <a:ext uri="{FF2B5EF4-FFF2-40B4-BE49-F238E27FC236}">
                <a16:creationId xmlns:a16="http://schemas.microsoft.com/office/drawing/2014/main" id="{D8927B58-9255-254F-B0B5-6D0B718DE741}"/>
              </a:ext>
            </a:extLst>
          </p:cNvPr>
          <p:cNvSpPr>
            <a:spLocks noGrp="1"/>
          </p:cNvSpPr>
          <p:nvPr>
            <p:ph type="ftr" sz="quarter" idx="11"/>
          </p:nvPr>
        </p:nvSpPr>
        <p:spPr>
          <a:xfrm>
            <a:off x="220800" y="4981985"/>
            <a:ext cx="3086100" cy="162000"/>
          </a:xfrm>
        </p:spPr>
        <p:txBody>
          <a:bodyPr anchor="ctr">
            <a:normAutofit/>
          </a:bodyPr>
          <a:lstStyle/>
          <a:p>
            <a:pPr>
              <a:lnSpc>
                <a:spcPct val="90000"/>
              </a:lnSpc>
              <a:spcAft>
                <a:spcPts val="600"/>
              </a:spcAft>
            </a:pPr>
            <a:r>
              <a:rPr lang="en-AU" sz="600"/>
              <a:t>Melbourne Water Information Technology and Management</a:t>
            </a:r>
          </a:p>
        </p:txBody>
      </p:sp>
      <p:sp>
        <p:nvSpPr>
          <p:cNvPr id="5" name="Slide Number Placeholder 4">
            <a:extLst>
              <a:ext uri="{FF2B5EF4-FFF2-40B4-BE49-F238E27FC236}">
                <a16:creationId xmlns:a16="http://schemas.microsoft.com/office/drawing/2014/main" id="{FFF2FF69-FC0E-AFFD-9D3F-AA1F09ABF6B3}"/>
              </a:ext>
            </a:extLst>
          </p:cNvPr>
          <p:cNvSpPr>
            <a:spLocks noGrp="1"/>
          </p:cNvSpPr>
          <p:nvPr>
            <p:ph type="sldNum" sz="quarter" idx="12"/>
          </p:nvPr>
        </p:nvSpPr>
        <p:spPr/>
        <p:txBody>
          <a:bodyPr anchor="ctr">
            <a:normAutofit/>
          </a:bodyPr>
          <a:lstStyle/>
          <a:p>
            <a:pPr>
              <a:lnSpc>
                <a:spcPct val="90000"/>
              </a:lnSpc>
              <a:spcAft>
                <a:spcPts val="600"/>
              </a:spcAft>
            </a:pPr>
            <a:fld id="{BB1C4F31-AAC3-416A-A54A-167287B4272A}" type="slidenum">
              <a:rPr lang="en-AU" sz="600" smtClean="0"/>
              <a:pPr>
                <a:lnSpc>
                  <a:spcPct val="90000"/>
                </a:lnSpc>
                <a:spcAft>
                  <a:spcPts val="600"/>
                </a:spcAft>
              </a:pPr>
              <a:t>4</a:t>
            </a:fld>
            <a:endParaRPr lang="en-AU" sz="600"/>
          </a:p>
        </p:txBody>
      </p:sp>
      <p:graphicFrame>
        <p:nvGraphicFramePr>
          <p:cNvPr id="6" name="Table 5">
            <a:extLst>
              <a:ext uri="{FF2B5EF4-FFF2-40B4-BE49-F238E27FC236}">
                <a16:creationId xmlns:a16="http://schemas.microsoft.com/office/drawing/2014/main" id="{9ADAFDD6-8D54-A63B-9584-C8A7F2222ABE}"/>
              </a:ext>
            </a:extLst>
          </p:cNvPr>
          <p:cNvGraphicFramePr>
            <a:graphicFrameLocks noGrp="1"/>
          </p:cNvGraphicFramePr>
          <p:nvPr>
            <p:extLst>
              <p:ext uri="{D42A27DB-BD31-4B8C-83A1-F6EECF244321}">
                <p14:modId xmlns:p14="http://schemas.microsoft.com/office/powerpoint/2010/main" val="1619815303"/>
              </p:ext>
            </p:extLst>
          </p:nvPr>
        </p:nvGraphicFramePr>
        <p:xfrm>
          <a:off x="171792" y="890049"/>
          <a:ext cx="7907590" cy="4128912"/>
        </p:xfrm>
        <a:graphic>
          <a:graphicData uri="http://schemas.openxmlformats.org/drawingml/2006/table">
            <a:tbl>
              <a:tblPr firstRow="1" bandRow="1">
                <a:tableStyleId>{3B4B98B0-60AC-42C2-AFA5-B58CD77FA1E5}</a:tableStyleId>
              </a:tblPr>
              <a:tblGrid>
                <a:gridCol w="244915">
                  <a:extLst>
                    <a:ext uri="{9D8B030D-6E8A-4147-A177-3AD203B41FA5}">
                      <a16:colId xmlns:a16="http://schemas.microsoft.com/office/drawing/2014/main" val="455427645"/>
                    </a:ext>
                  </a:extLst>
                </a:gridCol>
                <a:gridCol w="1016308">
                  <a:extLst>
                    <a:ext uri="{9D8B030D-6E8A-4147-A177-3AD203B41FA5}">
                      <a16:colId xmlns:a16="http://schemas.microsoft.com/office/drawing/2014/main" val="3096556103"/>
                    </a:ext>
                  </a:extLst>
                </a:gridCol>
                <a:gridCol w="2723960">
                  <a:extLst>
                    <a:ext uri="{9D8B030D-6E8A-4147-A177-3AD203B41FA5}">
                      <a16:colId xmlns:a16="http://schemas.microsoft.com/office/drawing/2014/main" val="1011836750"/>
                    </a:ext>
                  </a:extLst>
                </a:gridCol>
                <a:gridCol w="2234051">
                  <a:extLst>
                    <a:ext uri="{9D8B030D-6E8A-4147-A177-3AD203B41FA5}">
                      <a16:colId xmlns:a16="http://schemas.microsoft.com/office/drawing/2014/main" val="1374809623"/>
                    </a:ext>
                  </a:extLst>
                </a:gridCol>
                <a:gridCol w="795503">
                  <a:extLst>
                    <a:ext uri="{9D8B030D-6E8A-4147-A177-3AD203B41FA5}">
                      <a16:colId xmlns:a16="http://schemas.microsoft.com/office/drawing/2014/main" val="812403649"/>
                    </a:ext>
                  </a:extLst>
                </a:gridCol>
                <a:gridCol w="390139">
                  <a:extLst>
                    <a:ext uri="{9D8B030D-6E8A-4147-A177-3AD203B41FA5}">
                      <a16:colId xmlns:a16="http://schemas.microsoft.com/office/drawing/2014/main" val="551113024"/>
                    </a:ext>
                  </a:extLst>
                </a:gridCol>
                <a:gridCol w="502714">
                  <a:extLst>
                    <a:ext uri="{9D8B030D-6E8A-4147-A177-3AD203B41FA5}">
                      <a16:colId xmlns:a16="http://schemas.microsoft.com/office/drawing/2014/main" val="3236984329"/>
                    </a:ext>
                  </a:extLst>
                </a:gridCol>
              </a:tblGrid>
              <a:tr h="137471">
                <a:tc>
                  <a:txBody>
                    <a:bodyPr/>
                    <a:lstStyle/>
                    <a:p>
                      <a:pPr algn="l" fontAlgn="t">
                        <a:buNone/>
                      </a:pPr>
                      <a:r>
                        <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S.No</a:t>
                      </a: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Application (To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Biztalk Interfaces Package description</a:t>
                      </a:r>
                      <a:endParaRPr lang="en-AU" sz="75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Source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Destination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Status</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Type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extLst>
                  <a:ext uri="{0D108BD9-81ED-4DB2-BD59-A6C34878D82A}">
                    <a16:rowId xmlns:a16="http://schemas.microsoft.com/office/drawing/2014/main" val="2831974438"/>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01-PageUp-Chris21</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MW.PageUpChris21.Integration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Chris21</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PageUp</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74003396"/>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02-Maximo</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MW.Maximo.FinanceOneIntegration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Maximo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FinanceOne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4146870640"/>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3</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02-Maximo</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MW.Mobility.Maximo.Attachment</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Mobility</a:t>
                      </a: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Maximo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77146744"/>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4</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03-Kronos-Maximo</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err="1">
                          <a:effectLst/>
                          <a:latin typeface="Calibri" panose="020F0502020204030204" pitchFamily="34" charset="0"/>
                          <a:ea typeface="Calibri" panose="020F0502020204030204" pitchFamily="34" charset="0"/>
                          <a:cs typeface="Calibri" panose="020F0502020204030204" pitchFamily="34" charset="0"/>
                        </a:rPr>
                        <a:t>MW.Kronos.Common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common which supports integrations related to Kronos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4115643262"/>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5</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03-Kronos-Maximo</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MW.MaximoKronos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Maximo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Kronos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524456076"/>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6</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04-Liquid-EnviroSys</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MW.Liquid.InfloIntegration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Envirosys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Inflo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643829583"/>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7</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05-Project Online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MW.P3I.FinanceOneIntegration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Project Online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FinanceOne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535567498"/>
                  </a:ext>
                </a:extLst>
              </a:tr>
              <a:tr h="246250">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8</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05-Project Online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MW.P3I.CommonComponents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Common technical code related to integrations is present no business functionality</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250482705"/>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9</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05-Project Online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MW.P3I.InfloIntegration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Project Online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Inflo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419547286"/>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10</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05-Project Online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MW.P3I.MaximoIntegration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Project Online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Maximo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450191859"/>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11</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06- IRIS</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MW.HR.IRIS.UserMgmtIntegration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Chris21</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IRIS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File base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561279408"/>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12</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07-SmartRainGrid</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MW.SCADA.SmartRainGrid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OSPI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SmartRain Grid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Rest API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91759510"/>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13</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07-SmartRainGrid</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MW.SCADA.SmartRainGrid.TokenProcess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OSPI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SmartRain Grid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Rest API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585664326"/>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14</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err="1">
                          <a:effectLst/>
                          <a:latin typeface="Calibri" panose="020F0502020204030204" pitchFamily="34" charset="0"/>
                          <a:ea typeface="Calibri" panose="020F0502020204030204" pitchFamily="34" charset="0"/>
                          <a:cs typeface="Calibri" panose="020F0502020204030204" pitchFamily="34" charset="0"/>
                        </a:rPr>
                        <a:t>MW.DSSCon.PegaESRIIntegration.BusinessRules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algn="ctr" fontAlgn="ctr">
                        <a:buNone/>
                      </a:pP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184732730"/>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15</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MW.DSSCon.PegaESRIIntegration.Cleansing</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971409073"/>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16</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MW.DSSCon.PegaESRIIntegration.CreatePolygonSite</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822096784"/>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17</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MW.DSSCon.PegaESRIIntegration.DrainageInfo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2353244342"/>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18</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err="1">
                          <a:effectLst/>
                          <a:latin typeface="Calibri" panose="020F0502020204030204" pitchFamily="34" charset="0"/>
                          <a:ea typeface="Calibri" panose="020F0502020204030204" pitchFamily="34" charset="0"/>
                          <a:cs typeface="Calibri" panose="020F0502020204030204" pitchFamily="34" charset="0"/>
                        </a:rPr>
                        <a:t>MW.DSSCon.PegaESRIIntegration.FloodInfo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2482809921"/>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19</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MW.DSSCon.PegaESRIIntegration.GetGISAssetInfo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155193611"/>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20</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MW.DSSCon.PegaESRIIntegration.MapSitePolygon</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878388824"/>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21</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MW.DSSCon.PegaESRIIntegration.NearbyCases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779326545"/>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22</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MW.DSSCon.PegaESRIIntegration.PropertyInfo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3321589975"/>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23</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MW.DSSCon.PegaESRIIntegration.SchemeInfo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2555419027"/>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24</a:t>
                      </a:r>
                    </a:p>
                  </a:txBody>
                  <a:tcPr marL="6350" marR="6350" marT="6350" marB="0" anchor="b"/>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08-DevConnect</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MW.DSSCon.PegaESRIIntegration.SpecialInfo</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Pega </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ESRI</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ctr" fontAlgn="ctr">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PROD</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2464" marR="2464" marT="2464" marB="0" anchor="ctr"/>
                </a:tc>
                <a:extLst>
                  <a:ext uri="{0D108BD9-81ED-4DB2-BD59-A6C34878D82A}">
                    <a16:rowId xmlns:a16="http://schemas.microsoft.com/office/drawing/2014/main" val="2588551368"/>
                  </a:ext>
                </a:extLst>
              </a:tr>
              <a:tr h="137471">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25</a:t>
                      </a:r>
                    </a:p>
                  </a:txBody>
                  <a:tcPr marL="6350" marR="6350" marT="6350" marB="0" anchor="b"/>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08-DevConnect</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MW.DSSCon.PegaFinanceOneIntegration</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Pega </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Finance One</a:t>
                      </a:r>
                    </a:p>
                  </a:txBody>
                  <a:tcPr marL="6350" marR="6350" marT="6350" marB="0"/>
                </a:tc>
                <a:tc>
                  <a:txBody>
                    <a:bodyPr/>
                    <a:lstStyle/>
                    <a:p>
                      <a:pPr marL="0" algn="ctr"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2128277362"/>
                  </a:ext>
                </a:extLst>
              </a:tr>
              <a:tr h="192928">
                <a:tc>
                  <a:txBody>
                    <a:bodyPr/>
                    <a:lstStyle/>
                    <a:p>
                      <a:pPr algn="ctr" fontAlgn="b">
                        <a:buNone/>
                      </a:pPr>
                      <a:r>
                        <a:rPr lang="en-AU" sz="750" b="0" i="0" u="none" strike="noStrike">
                          <a:effectLst/>
                          <a:latin typeface="Calibri" panose="020F0502020204030204" pitchFamily="34" charset="0"/>
                          <a:ea typeface="Calibri" panose="020F0502020204030204" pitchFamily="34" charset="0"/>
                          <a:cs typeface="Calibri" panose="020F0502020204030204" pitchFamily="34" charset="0"/>
                        </a:rPr>
                        <a:t>26</a:t>
                      </a:r>
                    </a:p>
                  </a:txBody>
                  <a:tcPr marL="6350" marR="6350" marT="6350" marB="0" anchor="b"/>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08-DevConnect</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MW.DSSCon.PegaMaximo.GetContRates</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Pega </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Maximo</a:t>
                      </a:r>
                    </a:p>
                  </a:txBody>
                  <a:tcPr marL="6350" marR="6350" marT="6350" marB="0"/>
                </a:tc>
                <a:tc>
                  <a:txBody>
                    <a:bodyPr/>
                    <a:lstStyle/>
                    <a:p>
                      <a:pPr marL="0" algn="ctr"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658785118"/>
                  </a:ext>
                </a:extLst>
              </a:tr>
              <a:tr h="159366">
                <a:tc>
                  <a:txBody>
                    <a:bodyPr/>
                    <a:lstStyle/>
                    <a:p>
                      <a:pPr marL="0" algn="ctr" defTabSz="685800" rtl="0" eaLnBrk="1" fontAlgn="b" latinLnBrk="0" hangingPunct="1">
                        <a:buNone/>
                      </a:pPr>
                      <a:r>
                        <a:rPr lang="en-AU" sz="750" b="0" i="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27</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08-DevConnect</a:t>
                      </a:r>
                    </a:p>
                  </a:txBody>
                  <a:tcPr marL="6350" marR="6350" marT="6350" marB="0"/>
                </a:tc>
                <a:tc>
                  <a:txBody>
                    <a:bodyPr/>
                    <a:lstStyle/>
                    <a:p>
                      <a:pPr marL="0" algn="l" defTabSz="685800" rtl="0" eaLnBrk="1" fontAlgn="t" latinLnBrk="0" hangingPunct="1">
                        <a:buNone/>
                      </a:pPr>
                      <a:r>
                        <a:rPr lang="en-AU" sz="750" u="none" strike="noStrike" kern="1200" err="1">
                          <a:solidFill>
                            <a:schemeClr val="tx1"/>
                          </a:solidFill>
                          <a:effectLst/>
                          <a:latin typeface="Calibri" panose="020F0502020204030204" pitchFamily="34" charset="0"/>
                          <a:ea typeface="Calibri" panose="020F0502020204030204" pitchFamily="34" charset="0"/>
                          <a:cs typeface="Calibri" panose="020F0502020204030204" pitchFamily="34" charset="0"/>
                        </a:rPr>
                        <a:t>MW.DSSCon.PegaMaximo.UpdateContPayment</a:t>
                      </a:r>
                      <a:endPar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Pega </a:t>
                      </a:r>
                    </a:p>
                  </a:txBody>
                  <a:tcPr marL="6350" marR="6350" marT="6350" marB="0"/>
                </a:tc>
                <a:tc>
                  <a:txBody>
                    <a:bodyPr/>
                    <a:lstStyle/>
                    <a:p>
                      <a:pPr marL="0" algn="l"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Maximo</a:t>
                      </a:r>
                    </a:p>
                  </a:txBody>
                  <a:tcPr marL="6350" marR="6350" marT="6350" marB="0"/>
                </a:tc>
                <a:tc>
                  <a:txBody>
                    <a:bodyPr/>
                    <a:lstStyle/>
                    <a:p>
                      <a:pPr marL="0" algn="ctr" defTabSz="685800" rtl="0" eaLnBrk="1" fontAlgn="t" latinLnBrk="0" hangingPunct="1">
                        <a:buNone/>
                      </a:pPr>
                      <a:r>
                        <a:rPr lang="en-AU" sz="750" u="none" strike="noStrike" kern="1200">
                          <a:solidFill>
                            <a:schemeClr val="tx1"/>
                          </a:solidFill>
                          <a:effectLst/>
                          <a:latin typeface="Calibri" panose="020F0502020204030204" pitchFamily="34" charset="0"/>
                          <a:ea typeface="Calibri" panose="020F0502020204030204" pitchFamily="34" charset="0"/>
                          <a:cs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kumimoji="0" lang="en-AU" sz="750" b="0" i="0" u="none" strike="noStrike" kern="1200" cap="none" spc="0" normalizeH="0" baseline="0" noProof="0">
                          <a:ln>
                            <a:noFill/>
                          </a:ln>
                          <a:solidFill>
                            <a:srgbClr val="231F20"/>
                          </a:solidFill>
                          <a:effectLst/>
                          <a:uLnTx/>
                          <a:uFillTx/>
                          <a:latin typeface="Calibri" panose="020F0502020204030204" pitchFamily="34" charset="0"/>
                          <a:ea typeface="Calibri" panose="020F0502020204030204" pitchFamily="34" charset="0"/>
                          <a:cs typeface="Calibri" panose="020F0502020204030204" pitchFamily="34" charset="0"/>
                        </a:rPr>
                        <a:t>SOAP WS</a:t>
                      </a:r>
                      <a:endParaRPr kumimoji="0" lang="en-AU" sz="75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406310723"/>
                  </a:ext>
                </a:extLst>
              </a:tr>
            </a:tbl>
          </a:graphicData>
        </a:graphic>
      </p:graphicFrame>
    </p:spTree>
    <p:extLst>
      <p:ext uri="{BB962C8B-B14F-4D97-AF65-F5344CB8AC3E}">
        <p14:creationId xmlns:p14="http://schemas.microsoft.com/office/powerpoint/2010/main" val="217749666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24855-E94B-A856-B8B2-3BD4335A87E2}"/>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1AC79B5-FCC9-7D03-4BFF-A6DD6ED84F89}"/>
              </a:ext>
            </a:extLst>
          </p:cNvPr>
          <p:cNvSpPr>
            <a:spLocks noGrp="1"/>
          </p:cNvSpPr>
          <p:nvPr>
            <p:ph type="title"/>
          </p:nvPr>
        </p:nvSpPr>
        <p:spPr>
          <a:xfrm>
            <a:off x="220800" y="72251"/>
            <a:ext cx="7704000" cy="648000"/>
          </a:xfrm>
        </p:spPr>
        <p:txBody>
          <a:bodyPr/>
          <a:lstStyle/>
          <a:p>
            <a:r>
              <a:rPr lang="en-US" sz="1600">
                <a:latin typeface="Calibri" panose="020F0502020204030204" pitchFamily="34" charset="0"/>
                <a:ea typeface="Calibri" panose="020F0502020204030204" pitchFamily="34" charset="0"/>
                <a:cs typeface="Calibri" panose="020F0502020204030204" pitchFamily="34" charset="0"/>
              </a:rPr>
              <a:t>Integration Catalogue- Biztalk</a:t>
            </a:r>
          </a:p>
        </p:txBody>
      </p:sp>
      <p:sp>
        <p:nvSpPr>
          <p:cNvPr id="4" name="Footer Placeholder 3">
            <a:extLst>
              <a:ext uri="{FF2B5EF4-FFF2-40B4-BE49-F238E27FC236}">
                <a16:creationId xmlns:a16="http://schemas.microsoft.com/office/drawing/2014/main" id="{01AF51A7-12E4-F936-5670-D9CEF3550A2E}"/>
              </a:ext>
            </a:extLst>
          </p:cNvPr>
          <p:cNvSpPr>
            <a:spLocks noGrp="1"/>
          </p:cNvSpPr>
          <p:nvPr>
            <p:ph type="ftr" sz="quarter" idx="11"/>
          </p:nvPr>
        </p:nvSpPr>
        <p:spPr>
          <a:xfrm>
            <a:off x="722117" y="4909249"/>
            <a:ext cx="3086100" cy="162000"/>
          </a:xfrm>
        </p:spPr>
        <p:txBody>
          <a:bodyPr anchor="ctr">
            <a:normAutofit/>
          </a:bodyPr>
          <a:lstStyle/>
          <a:p>
            <a:pPr>
              <a:lnSpc>
                <a:spcPct val="90000"/>
              </a:lnSpc>
              <a:spcAft>
                <a:spcPts val="600"/>
              </a:spcAft>
            </a:pPr>
            <a:r>
              <a:rPr lang="en-AU" sz="600"/>
              <a:t>Melbourne Water Information Technology and Management</a:t>
            </a:r>
          </a:p>
        </p:txBody>
      </p:sp>
      <p:sp>
        <p:nvSpPr>
          <p:cNvPr id="5" name="Slide Number Placeholder 4">
            <a:extLst>
              <a:ext uri="{FF2B5EF4-FFF2-40B4-BE49-F238E27FC236}">
                <a16:creationId xmlns:a16="http://schemas.microsoft.com/office/drawing/2014/main" id="{A02F2673-A796-63B4-1E83-3AFCB324164C}"/>
              </a:ext>
            </a:extLst>
          </p:cNvPr>
          <p:cNvSpPr>
            <a:spLocks noGrp="1"/>
          </p:cNvSpPr>
          <p:nvPr>
            <p:ph type="sldNum" sz="quarter" idx="12"/>
          </p:nvPr>
        </p:nvSpPr>
        <p:spPr>
          <a:xfrm>
            <a:off x="7924800" y="4909249"/>
            <a:ext cx="590550" cy="162000"/>
          </a:xfrm>
        </p:spPr>
        <p:txBody>
          <a:bodyPr anchor="ctr">
            <a:normAutofit/>
          </a:bodyPr>
          <a:lstStyle/>
          <a:p>
            <a:pPr>
              <a:lnSpc>
                <a:spcPct val="90000"/>
              </a:lnSpc>
              <a:spcAft>
                <a:spcPts val="600"/>
              </a:spcAft>
            </a:pPr>
            <a:fld id="{BB1C4F31-AAC3-416A-A54A-167287B4272A}" type="slidenum">
              <a:rPr lang="en-AU" sz="600" smtClean="0"/>
              <a:pPr>
                <a:lnSpc>
                  <a:spcPct val="90000"/>
                </a:lnSpc>
                <a:spcAft>
                  <a:spcPts val="600"/>
                </a:spcAft>
              </a:pPr>
              <a:t>5</a:t>
            </a:fld>
            <a:endParaRPr lang="en-AU" sz="600"/>
          </a:p>
        </p:txBody>
      </p:sp>
      <p:graphicFrame>
        <p:nvGraphicFramePr>
          <p:cNvPr id="6" name="Table 5">
            <a:extLst>
              <a:ext uri="{FF2B5EF4-FFF2-40B4-BE49-F238E27FC236}">
                <a16:creationId xmlns:a16="http://schemas.microsoft.com/office/drawing/2014/main" id="{2108CE06-3E5F-DB97-360C-0EB42912BD4A}"/>
              </a:ext>
            </a:extLst>
          </p:cNvPr>
          <p:cNvGraphicFramePr>
            <a:graphicFrameLocks noGrp="1"/>
          </p:cNvGraphicFramePr>
          <p:nvPr>
            <p:extLst>
              <p:ext uri="{D42A27DB-BD31-4B8C-83A1-F6EECF244321}">
                <p14:modId xmlns:p14="http://schemas.microsoft.com/office/powerpoint/2010/main" val="3825969734"/>
              </p:ext>
            </p:extLst>
          </p:nvPr>
        </p:nvGraphicFramePr>
        <p:xfrm>
          <a:off x="220800" y="957685"/>
          <a:ext cx="7776788" cy="3714129"/>
        </p:xfrm>
        <a:graphic>
          <a:graphicData uri="http://schemas.openxmlformats.org/drawingml/2006/table">
            <a:tbl>
              <a:tblPr firstRow="1" bandRow="1">
                <a:tableStyleId>{3B4B98B0-60AC-42C2-AFA5-B58CD77FA1E5}</a:tableStyleId>
              </a:tblPr>
              <a:tblGrid>
                <a:gridCol w="243729">
                  <a:extLst>
                    <a:ext uri="{9D8B030D-6E8A-4147-A177-3AD203B41FA5}">
                      <a16:colId xmlns:a16="http://schemas.microsoft.com/office/drawing/2014/main" val="3735995795"/>
                    </a:ext>
                  </a:extLst>
                </a:gridCol>
                <a:gridCol w="1235629">
                  <a:extLst>
                    <a:ext uri="{9D8B030D-6E8A-4147-A177-3AD203B41FA5}">
                      <a16:colId xmlns:a16="http://schemas.microsoft.com/office/drawing/2014/main" val="3096556103"/>
                    </a:ext>
                  </a:extLst>
                </a:gridCol>
                <a:gridCol w="1890395">
                  <a:extLst>
                    <a:ext uri="{9D8B030D-6E8A-4147-A177-3AD203B41FA5}">
                      <a16:colId xmlns:a16="http://schemas.microsoft.com/office/drawing/2014/main" val="1011836750"/>
                    </a:ext>
                  </a:extLst>
                </a:gridCol>
                <a:gridCol w="2688284">
                  <a:extLst>
                    <a:ext uri="{9D8B030D-6E8A-4147-A177-3AD203B41FA5}">
                      <a16:colId xmlns:a16="http://schemas.microsoft.com/office/drawing/2014/main" val="1374809623"/>
                    </a:ext>
                  </a:extLst>
                </a:gridCol>
                <a:gridCol w="830223">
                  <a:extLst>
                    <a:ext uri="{9D8B030D-6E8A-4147-A177-3AD203B41FA5}">
                      <a16:colId xmlns:a16="http://schemas.microsoft.com/office/drawing/2014/main" val="812403649"/>
                    </a:ext>
                  </a:extLst>
                </a:gridCol>
                <a:gridCol w="388249">
                  <a:extLst>
                    <a:ext uri="{9D8B030D-6E8A-4147-A177-3AD203B41FA5}">
                      <a16:colId xmlns:a16="http://schemas.microsoft.com/office/drawing/2014/main" val="551113024"/>
                    </a:ext>
                  </a:extLst>
                </a:gridCol>
                <a:gridCol w="500279">
                  <a:extLst>
                    <a:ext uri="{9D8B030D-6E8A-4147-A177-3AD203B41FA5}">
                      <a16:colId xmlns:a16="http://schemas.microsoft.com/office/drawing/2014/main" val="3236984329"/>
                    </a:ext>
                  </a:extLst>
                </a:gridCol>
              </a:tblGrid>
              <a:tr h="137471">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S.No</a:t>
                      </a:r>
                    </a:p>
                    <a:p>
                      <a:pPr algn="l" fontAlgn="t">
                        <a:buNone/>
                      </a:pP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Application (To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Biztalk Interfaces description</a:t>
                      </a:r>
                      <a:endParaRPr lang="en-AU" sz="75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Source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Destination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Status</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Type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extLst>
                  <a:ext uri="{0D108BD9-81ED-4DB2-BD59-A6C34878D82A}">
                    <a16:rowId xmlns:a16="http://schemas.microsoft.com/office/drawing/2014/main" val="2831974438"/>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28</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09-Chris21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MW.EnterpriseServices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Chris21</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74003396"/>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29</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09-Chris21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MW.EnterpriseServices.ESRIMapImageImport</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1077133547"/>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30</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10-AMIS</a:t>
                      </a:r>
                    </a:p>
                  </a:txBody>
                  <a:tcPr marL="6350" marR="6350" marT="6350" marB="0"/>
                </a:tc>
                <a:tc>
                  <a:txBody>
                    <a:bodyPr/>
                    <a:lstStyle/>
                    <a:p>
                      <a:pPr algn="l" fontAlgn="t">
                        <a:buNone/>
                      </a:pPr>
                      <a:r>
                        <a:rPr lang="en-AU" sz="750" b="0" i="0" u="none" strike="noStrike" err="1">
                          <a:solidFill>
                            <a:srgbClr val="000000"/>
                          </a:solidFill>
                          <a:effectLst/>
                          <a:latin typeface="Calibri" panose="020F0502020204030204" pitchFamily="34" charset="0"/>
                        </a:rPr>
                        <a:t>MW.AMIS.Common</a:t>
                      </a:r>
                      <a:endParaRPr lang="en-AU" sz="750" b="0" i="0" u="none" strike="noStrike">
                        <a:solidFill>
                          <a:srgbClr val="000000"/>
                        </a:solidFill>
                        <a:effectLst/>
                        <a:latin typeface="Calibri" panose="020F0502020204030204" pitchFamily="34" charset="0"/>
                      </a:endParaRP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Common technical code related to AMIS is present no business functionality</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34966830"/>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10-AMIS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MW.AMIS.Q4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Q4</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File base</a:t>
                      </a:r>
                    </a:p>
                  </a:txBody>
                  <a:tcPr marL="6350" marR="6350" marT="6350" marB="0" anchor="ctr"/>
                </a:tc>
                <a:extLst>
                  <a:ext uri="{0D108BD9-81ED-4DB2-BD59-A6C34878D82A}">
                    <a16:rowId xmlns:a16="http://schemas.microsoft.com/office/drawing/2014/main" val="2883080285"/>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32</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11-Common</a:t>
                      </a:r>
                    </a:p>
                  </a:txBody>
                  <a:tcPr marL="6350" marR="6350" marT="6350" marB="0"/>
                </a:tc>
                <a:tc>
                  <a:txBody>
                    <a:bodyPr/>
                    <a:lstStyle/>
                    <a:p>
                      <a:pPr algn="l" fontAlgn="b">
                        <a:buNone/>
                      </a:pPr>
                      <a:r>
                        <a:rPr lang="en-AU" sz="750" b="0" i="0" u="none" strike="noStrike" err="1">
                          <a:effectLst/>
                          <a:latin typeface="Calibri" panose="020F0502020204030204" pitchFamily="34" charset="0"/>
                        </a:rPr>
                        <a:t>MW.BizTalk.Common.Components</a:t>
                      </a:r>
                      <a:endParaRPr lang="en-AU" sz="750" b="0" i="0" u="none" strike="noStrike">
                        <a:effectLst/>
                        <a:latin typeface="Calibri" panose="020F0502020204030204" pitchFamily="34" charset="0"/>
                      </a:endParaRPr>
                    </a:p>
                  </a:txBody>
                  <a:tcPr marL="6350" marR="6350" marT="6350" marB="0" anchor="b"/>
                </a:tc>
                <a:tc>
                  <a:txBody>
                    <a:bodyPr/>
                    <a:lstStyle/>
                    <a:p>
                      <a:pPr algn="l" fontAlgn="t">
                        <a:buNone/>
                      </a:pPr>
                      <a:r>
                        <a:rPr lang="en-AU" sz="750" b="0" i="0" u="none" strike="noStrike">
                          <a:solidFill>
                            <a:srgbClr val="000000"/>
                          </a:solidFill>
                          <a:effectLst/>
                          <a:latin typeface="Calibri" panose="020F0502020204030204" pitchFamily="34" charset="0"/>
                        </a:rPr>
                        <a:t>Common technical code related to integrations is present no business functionality</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4280556601"/>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33</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11-Common</a:t>
                      </a:r>
                    </a:p>
                  </a:txBody>
                  <a:tcPr marL="6350" marR="6350" marT="6350" marB="0"/>
                </a:tc>
                <a:tc>
                  <a:txBody>
                    <a:bodyPr/>
                    <a:lstStyle/>
                    <a:p>
                      <a:pPr algn="l" fontAlgn="b">
                        <a:buNone/>
                      </a:pPr>
                      <a:r>
                        <a:rPr lang="en-AU" sz="750" b="0" i="0" u="none" strike="noStrike">
                          <a:effectLst/>
                          <a:latin typeface="Calibri" panose="020F0502020204030204" pitchFamily="34" charset="0"/>
                        </a:rPr>
                        <a:t>MW.BizTalk.Common.Schemas</a:t>
                      </a:r>
                    </a:p>
                  </a:txBody>
                  <a:tcPr marL="6350" marR="6350" marT="6350" marB="0" anchor="b"/>
                </a:tc>
                <a:tc>
                  <a:txBody>
                    <a:bodyPr/>
                    <a:lstStyle/>
                    <a:p>
                      <a:pPr algn="l" fontAlgn="t">
                        <a:buNone/>
                      </a:pPr>
                      <a:r>
                        <a:rPr lang="en-AU" sz="750" b="0" i="0" u="none" strike="noStrike">
                          <a:solidFill>
                            <a:srgbClr val="000000"/>
                          </a:solidFill>
                          <a:effectLst/>
                          <a:latin typeface="Calibri" panose="020F0502020204030204" pitchFamily="34" charset="0"/>
                        </a:rPr>
                        <a:t>Common technical code related to integrations is present no business functionality</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2328092487"/>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12-DFWS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MW.DFWS.Inflo.SchemeIntegration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Inflo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641818293"/>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35</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12-DFWS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MW.DFWS.Invoice.ServiceReceipts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043259683"/>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36</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12-DFWS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MW.DFWS.Projects.PurchaseOrder</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425027793"/>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37</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12-DFWS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MW.DFWS.Projects.PurchaseRequisition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845350371"/>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38</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12-DFWS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MW.Techone.TokenandUtilities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BizTalk</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REST API</a:t>
                      </a:r>
                    </a:p>
                  </a:txBody>
                  <a:tcPr marL="6350" marR="6350" marT="6350" marB="0" anchor="ctr"/>
                </a:tc>
                <a:extLst>
                  <a:ext uri="{0D108BD9-81ED-4DB2-BD59-A6C34878D82A}">
                    <a16:rowId xmlns:a16="http://schemas.microsoft.com/office/drawing/2014/main" val="352910629"/>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39</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12-DFWS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MW.DFWS.Reimbursement.Payments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1887673521"/>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40</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13- Waterworks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WaterWorks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Mosaic</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Waterworks</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File base</a:t>
                      </a:r>
                    </a:p>
                  </a:txBody>
                  <a:tcPr marL="6350" marR="6350" marT="6350" marB="0" anchor="ctr"/>
                </a:tc>
                <a:extLst>
                  <a:ext uri="{0D108BD9-81ED-4DB2-BD59-A6C34878D82A}">
                    <a16:rowId xmlns:a16="http://schemas.microsoft.com/office/drawing/2014/main" val="153614480"/>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14-Procurement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MW.Procurement.Common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Common technical code related to integrations is present no business functionality</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endParaRPr lang="en-AU" sz="75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507002"/>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42</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14-Procurement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MW.Procurement.Emailer</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Common technical code related to integrations is present no business functionality</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endParaRPr lang="en-AU" sz="75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46870640"/>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43</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14-Procurement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MW.Procurement.GoodsReceipt</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One/Programmed</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177146744"/>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14-Procurement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MW.Procurement.Invoice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One/Programmed</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4115643262"/>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45</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14-Procurement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MW.Procurement.PurchaseOrder</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One/Programmed</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1524456076"/>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46</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14-Procurement </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MW.Procurement.PurchaseRequisition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Finance One/Programmed</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Maximo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SOAP WS</a:t>
                      </a:r>
                      <a:endParaRPr lang="en-AU" sz="75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350" marR="6350" marT="6350" marB="0" anchor="ctr"/>
                </a:tc>
                <a:extLst>
                  <a:ext uri="{0D108BD9-81ED-4DB2-BD59-A6C34878D82A}">
                    <a16:rowId xmlns:a16="http://schemas.microsoft.com/office/drawing/2014/main" val="3643829583"/>
                  </a:ext>
                </a:extLst>
              </a:tr>
              <a:tr h="137471">
                <a:tc>
                  <a:txBody>
                    <a:bodyPr/>
                    <a:lstStyle/>
                    <a:p>
                      <a:pPr algn="ctr" fontAlgn="t">
                        <a:buNone/>
                      </a:pPr>
                      <a:r>
                        <a:rPr lang="en-AU" sz="750" b="0" i="0" u="none" strike="noStrike">
                          <a:solidFill>
                            <a:srgbClr val="000000"/>
                          </a:solidFill>
                          <a:effectLst/>
                          <a:latin typeface="Calibri" panose="020F0502020204030204" pitchFamily="34" charset="0"/>
                        </a:rPr>
                        <a:t>47</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15-IDAM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MW.IDAM.Chris21.Integration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IDAM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Chris21</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File base</a:t>
                      </a:r>
                    </a:p>
                  </a:txBody>
                  <a:tcPr marL="6350" marR="6350" marT="6350" marB="0" anchor="ctr"/>
                </a:tc>
                <a:extLst>
                  <a:ext uri="{0D108BD9-81ED-4DB2-BD59-A6C34878D82A}">
                    <a16:rowId xmlns:a16="http://schemas.microsoft.com/office/drawing/2014/main" val="535567498"/>
                  </a:ext>
                </a:extLst>
              </a:tr>
              <a:tr h="246250">
                <a:tc>
                  <a:txBody>
                    <a:bodyPr/>
                    <a:lstStyle/>
                    <a:p>
                      <a:pPr algn="ctr" fontAlgn="t">
                        <a:buNone/>
                      </a:pPr>
                      <a:r>
                        <a:rPr lang="en-AU" sz="750" b="0" i="0" u="none" strike="noStrike">
                          <a:solidFill>
                            <a:srgbClr val="000000"/>
                          </a:solidFill>
                          <a:effectLst/>
                          <a:latin typeface="Calibri" panose="020F0502020204030204" pitchFamily="34" charset="0"/>
                        </a:rPr>
                        <a:t>48</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15-IDAM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MW.Chris21.Common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BizTalk</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Chris21</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endParaRPr lang="en-AU" sz="75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50482705"/>
                  </a:ext>
                </a:extLst>
              </a:tr>
            </a:tbl>
          </a:graphicData>
        </a:graphic>
      </p:graphicFrame>
    </p:spTree>
    <p:extLst>
      <p:ext uri="{BB962C8B-B14F-4D97-AF65-F5344CB8AC3E}">
        <p14:creationId xmlns:p14="http://schemas.microsoft.com/office/powerpoint/2010/main" val="1973151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A9FE6-DCCE-D2B9-A951-A8C45AFF95F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F768E792-8EFA-2C61-0C1E-AD18187FA683}"/>
              </a:ext>
            </a:extLst>
          </p:cNvPr>
          <p:cNvSpPr>
            <a:spLocks noGrp="1"/>
          </p:cNvSpPr>
          <p:nvPr>
            <p:ph type="title"/>
          </p:nvPr>
        </p:nvSpPr>
        <p:spPr>
          <a:xfrm>
            <a:off x="220800" y="72251"/>
            <a:ext cx="7704000" cy="648000"/>
          </a:xfrm>
        </p:spPr>
        <p:txBody>
          <a:bodyPr/>
          <a:lstStyle/>
          <a:p>
            <a:r>
              <a:rPr lang="en-US" sz="1600">
                <a:latin typeface="Calibri" panose="020F0502020204030204" pitchFamily="34" charset="0"/>
                <a:ea typeface="Calibri" panose="020F0502020204030204" pitchFamily="34" charset="0"/>
                <a:cs typeface="Calibri" panose="020F0502020204030204" pitchFamily="34" charset="0"/>
              </a:rPr>
              <a:t>Integration Catalogue- Biztalk</a:t>
            </a:r>
          </a:p>
        </p:txBody>
      </p:sp>
      <p:sp>
        <p:nvSpPr>
          <p:cNvPr id="4" name="Footer Placeholder 3">
            <a:extLst>
              <a:ext uri="{FF2B5EF4-FFF2-40B4-BE49-F238E27FC236}">
                <a16:creationId xmlns:a16="http://schemas.microsoft.com/office/drawing/2014/main" id="{AAA4F5CD-9DBB-E718-EF54-88C905CE2E7A}"/>
              </a:ext>
            </a:extLst>
          </p:cNvPr>
          <p:cNvSpPr>
            <a:spLocks noGrp="1"/>
          </p:cNvSpPr>
          <p:nvPr>
            <p:ph type="ftr" sz="quarter" idx="11"/>
          </p:nvPr>
        </p:nvSpPr>
        <p:spPr>
          <a:xfrm>
            <a:off x="722117" y="4909249"/>
            <a:ext cx="3086100" cy="162000"/>
          </a:xfrm>
        </p:spPr>
        <p:txBody>
          <a:bodyPr anchor="ctr">
            <a:normAutofit/>
          </a:bodyPr>
          <a:lstStyle/>
          <a:p>
            <a:pPr>
              <a:lnSpc>
                <a:spcPct val="90000"/>
              </a:lnSpc>
              <a:spcAft>
                <a:spcPts val="600"/>
              </a:spcAft>
            </a:pPr>
            <a:r>
              <a:rPr lang="en-AU" sz="600"/>
              <a:t>Melbourne Water Information Technology and Management</a:t>
            </a:r>
          </a:p>
        </p:txBody>
      </p:sp>
      <p:sp>
        <p:nvSpPr>
          <p:cNvPr id="5" name="Slide Number Placeholder 4">
            <a:extLst>
              <a:ext uri="{FF2B5EF4-FFF2-40B4-BE49-F238E27FC236}">
                <a16:creationId xmlns:a16="http://schemas.microsoft.com/office/drawing/2014/main" id="{73BFBEA8-D1E7-3F71-4B48-82A2B707EB66}"/>
              </a:ext>
            </a:extLst>
          </p:cNvPr>
          <p:cNvSpPr>
            <a:spLocks noGrp="1"/>
          </p:cNvSpPr>
          <p:nvPr>
            <p:ph type="sldNum" sz="quarter" idx="12"/>
          </p:nvPr>
        </p:nvSpPr>
        <p:spPr>
          <a:xfrm>
            <a:off x="7924800" y="4909249"/>
            <a:ext cx="590550" cy="162000"/>
          </a:xfrm>
        </p:spPr>
        <p:txBody>
          <a:bodyPr anchor="ctr">
            <a:normAutofit/>
          </a:bodyPr>
          <a:lstStyle/>
          <a:p>
            <a:pPr>
              <a:lnSpc>
                <a:spcPct val="90000"/>
              </a:lnSpc>
              <a:spcAft>
                <a:spcPts val="600"/>
              </a:spcAft>
            </a:pPr>
            <a:fld id="{BB1C4F31-AAC3-416A-A54A-167287B4272A}" type="slidenum">
              <a:rPr lang="en-AU" sz="600" smtClean="0"/>
              <a:pPr>
                <a:lnSpc>
                  <a:spcPct val="90000"/>
                </a:lnSpc>
                <a:spcAft>
                  <a:spcPts val="600"/>
                </a:spcAft>
              </a:pPr>
              <a:t>6</a:t>
            </a:fld>
            <a:endParaRPr lang="en-AU" sz="600"/>
          </a:p>
        </p:txBody>
      </p:sp>
      <p:graphicFrame>
        <p:nvGraphicFramePr>
          <p:cNvPr id="6" name="Table 5">
            <a:extLst>
              <a:ext uri="{FF2B5EF4-FFF2-40B4-BE49-F238E27FC236}">
                <a16:creationId xmlns:a16="http://schemas.microsoft.com/office/drawing/2014/main" id="{4DCBD922-9913-6AA1-FFB1-330970BEBAFB}"/>
              </a:ext>
            </a:extLst>
          </p:cNvPr>
          <p:cNvGraphicFramePr>
            <a:graphicFrameLocks noGrp="1"/>
          </p:cNvGraphicFramePr>
          <p:nvPr>
            <p:extLst>
              <p:ext uri="{D42A27DB-BD31-4B8C-83A1-F6EECF244321}">
                <p14:modId xmlns:p14="http://schemas.microsoft.com/office/powerpoint/2010/main" val="253569361"/>
              </p:ext>
            </p:extLst>
          </p:nvPr>
        </p:nvGraphicFramePr>
        <p:xfrm>
          <a:off x="290742" y="1050821"/>
          <a:ext cx="8061686" cy="3025036"/>
        </p:xfrm>
        <a:graphic>
          <a:graphicData uri="http://schemas.openxmlformats.org/drawingml/2006/table">
            <a:tbl>
              <a:tblPr firstRow="1" bandRow="1">
                <a:tableStyleId>{3B4B98B0-60AC-42C2-AFA5-B58CD77FA1E5}</a:tableStyleId>
              </a:tblPr>
              <a:tblGrid>
                <a:gridCol w="299665">
                  <a:extLst>
                    <a:ext uri="{9D8B030D-6E8A-4147-A177-3AD203B41FA5}">
                      <a16:colId xmlns:a16="http://schemas.microsoft.com/office/drawing/2014/main" val="1768085224"/>
                    </a:ext>
                  </a:extLst>
                </a:gridCol>
                <a:gridCol w="1519209">
                  <a:extLst>
                    <a:ext uri="{9D8B030D-6E8A-4147-A177-3AD203B41FA5}">
                      <a16:colId xmlns:a16="http://schemas.microsoft.com/office/drawing/2014/main" val="3096556103"/>
                    </a:ext>
                  </a:extLst>
                </a:gridCol>
                <a:gridCol w="2239631">
                  <a:extLst>
                    <a:ext uri="{9D8B030D-6E8A-4147-A177-3AD203B41FA5}">
                      <a16:colId xmlns:a16="http://schemas.microsoft.com/office/drawing/2014/main" val="1011836750"/>
                    </a:ext>
                  </a:extLst>
                </a:gridCol>
                <a:gridCol w="1884876">
                  <a:extLst>
                    <a:ext uri="{9D8B030D-6E8A-4147-A177-3AD203B41FA5}">
                      <a16:colId xmlns:a16="http://schemas.microsoft.com/office/drawing/2014/main" val="1374809623"/>
                    </a:ext>
                  </a:extLst>
                </a:gridCol>
                <a:gridCol w="1025858">
                  <a:extLst>
                    <a:ext uri="{9D8B030D-6E8A-4147-A177-3AD203B41FA5}">
                      <a16:colId xmlns:a16="http://schemas.microsoft.com/office/drawing/2014/main" val="812403649"/>
                    </a:ext>
                  </a:extLst>
                </a:gridCol>
                <a:gridCol w="477354">
                  <a:extLst>
                    <a:ext uri="{9D8B030D-6E8A-4147-A177-3AD203B41FA5}">
                      <a16:colId xmlns:a16="http://schemas.microsoft.com/office/drawing/2014/main" val="551113024"/>
                    </a:ext>
                  </a:extLst>
                </a:gridCol>
                <a:gridCol w="615093">
                  <a:extLst>
                    <a:ext uri="{9D8B030D-6E8A-4147-A177-3AD203B41FA5}">
                      <a16:colId xmlns:a16="http://schemas.microsoft.com/office/drawing/2014/main" val="3236984329"/>
                    </a:ext>
                  </a:extLst>
                </a:gridCol>
              </a:tblGrid>
              <a:tr h="137471">
                <a:tc>
                  <a:txBody>
                    <a:bodyPr/>
                    <a:lstStyle/>
                    <a:p>
                      <a:pPr algn="l" fontAlgn="t">
                        <a:buNone/>
                      </a:pPr>
                      <a:r>
                        <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S.No</a:t>
                      </a: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Application (To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Biztalk Interfaces description</a:t>
                      </a:r>
                      <a:endParaRPr lang="en-AU" sz="75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Source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Destination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Status</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Type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extLst>
                  <a:ext uri="{0D108BD9-81ED-4DB2-BD59-A6C34878D82A}">
                    <a16:rowId xmlns:a16="http://schemas.microsoft.com/office/drawing/2014/main" val="2831974438"/>
                  </a:ext>
                </a:extLst>
              </a:tr>
              <a:tr h="137471">
                <a:tc>
                  <a:txBody>
                    <a:bodyPr/>
                    <a:lstStyle/>
                    <a:p>
                      <a:pPr algn="l" fontAlgn="t">
                        <a:buNone/>
                      </a:pPr>
                      <a:r>
                        <a:rPr lang="en-AU" sz="750" b="0" i="0" u="none" strike="noStrike">
                          <a:solidFill>
                            <a:srgbClr val="000000"/>
                          </a:solidFill>
                          <a:effectLst/>
                          <a:latin typeface="Calibri" panose="020F0502020204030204" pitchFamily="34" charset="0"/>
                        </a:rPr>
                        <a:t>49</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16-Zycus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MW.Zycus.Inflo.Contract</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Zycus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Inflo</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SOAP WS</a:t>
                      </a:r>
                    </a:p>
                  </a:txBody>
                  <a:tcPr marL="6350" marR="6350" marT="6350" marB="0" anchor="ctr"/>
                </a:tc>
                <a:extLst>
                  <a:ext uri="{0D108BD9-81ED-4DB2-BD59-A6C34878D82A}">
                    <a16:rowId xmlns:a16="http://schemas.microsoft.com/office/drawing/2014/main" val="3419547286"/>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50</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16-Zycus</a:t>
                      </a:r>
                    </a:p>
                  </a:txBody>
                  <a:tcPr marL="6350" marR="6350" marT="6350" marB="0"/>
                </a:tc>
                <a:tc>
                  <a:txBody>
                    <a:bodyPr/>
                    <a:lstStyle/>
                    <a:p>
                      <a:pPr algn="l" fontAlgn="b">
                        <a:buNone/>
                      </a:pPr>
                      <a:r>
                        <a:rPr lang="en-AU" sz="750" b="0" i="0" u="none" strike="noStrike">
                          <a:effectLst/>
                          <a:latin typeface="Calibri" panose="020F0502020204030204" pitchFamily="34" charset="0"/>
                        </a:rPr>
                        <a:t>MW.Zycus.Common</a:t>
                      </a:r>
                    </a:p>
                  </a:txBody>
                  <a:tcPr marL="6350" marR="6350" marT="6350" marB="0" anchor="b"/>
                </a:tc>
                <a:tc>
                  <a:txBody>
                    <a:bodyPr/>
                    <a:lstStyle/>
                    <a:p>
                      <a:pPr algn="l" fontAlgn="t">
                        <a:buNone/>
                      </a:pPr>
                      <a:r>
                        <a:rPr lang="en-AU" sz="750" b="0" i="0" u="none" strike="noStrike">
                          <a:solidFill>
                            <a:srgbClr val="000000"/>
                          </a:solidFill>
                          <a:effectLst/>
                          <a:latin typeface="Calibri" panose="020F0502020204030204" pitchFamily="34" charset="0"/>
                        </a:rPr>
                        <a:t>Common technical code related to integrations is present no business functionality</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 </a:t>
                      </a:r>
                    </a:p>
                  </a:txBody>
                  <a:tcPr marL="6350" marR="6350" marT="6350" marB="0" anchor="ctr"/>
                </a:tc>
                <a:extLst>
                  <a:ext uri="{0D108BD9-81ED-4DB2-BD59-A6C34878D82A}">
                    <a16:rowId xmlns:a16="http://schemas.microsoft.com/office/drawing/2014/main" val="3450191859"/>
                  </a:ext>
                </a:extLst>
              </a:tr>
              <a:tr h="0">
                <a:tc>
                  <a:txBody>
                    <a:bodyPr/>
                    <a:lstStyle/>
                    <a:p>
                      <a:pPr algn="l" fontAlgn="t">
                        <a:buNone/>
                      </a:pPr>
                      <a:r>
                        <a:rPr lang="en-AU" sz="750" b="0" i="0" u="none" strike="noStrike">
                          <a:solidFill>
                            <a:srgbClr val="000000"/>
                          </a:solidFill>
                          <a:effectLst/>
                          <a:latin typeface="Calibri" panose="020F0502020204030204" pitchFamily="34" charset="0"/>
                        </a:rPr>
                        <a:t>51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16-Zycus</a:t>
                      </a:r>
                    </a:p>
                  </a:txBody>
                  <a:tcPr marL="6350" marR="6350" marT="6350" marB="0"/>
                </a:tc>
                <a:tc>
                  <a:txBody>
                    <a:bodyPr/>
                    <a:lstStyle/>
                    <a:p>
                      <a:pPr algn="l" fontAlgn="b">
                        <a:buNone/>
                      </a:pPr>
                      <a:r>
                        <a:rPr lang="en-AU" sz="750" b="0" i="0" u="none" strike="noStrike">
                          <a:effectLst/>
                          <a:latin typeface="Calibri" panose="020F0502020204030204" pitchFamily="34" charset="0"/>
                        </a:rPr>
                        <a:t>MW.Zycus.Events</a:t>
                      </a:r>
                    </a:p>
                  </a:txBody>
                  <a:tcPr marL="6350" marR="6350" marT="6350" marB="0" anchor="b"/>
                </a:tc>
                <a:tc>
                  <a:txBody>
                    <a:bodyPr/>
                    <a:lstStyle/>
                    <a:p>
                      <a:pPr algn="l" fontAlgn="t">
                        <a:buNone/>
                      </a:pPr>
                      <a:r>
                        <a:rPr lang="en-AU" sz="750" b="0" i="0" u="none" strike="noStrike">
                          <a:solidFill>
                            <a:srgbClr val="000000"/>
                          </a:solidFill>
                          <a:effectLst/>
                          <a:latin typeface="Calibri" panose="020F0502020204030204" pitchFamily="34" charset="0"/>
                        </a:rPr>
                        <a:t>Zycus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BizTalk</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API</a:t>
                      </a:r>
                    </a:p>
                  </a:txBody>
                  <a:tcPr marL="6350" marR="6350" marT="6350" marB="0" anchor="ctr"/>
                </a:tc>
                <a:extLst>
                  <a:ext uri="{0D108BD9-81ED-4DB2-BD59-A6C34878D82A}">
                    <a16:rowId xmlns:a16="http://schemas.microsoft.com/office/drawing/2014/main" val="3561279408"/>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52</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16-Zycus</a:t>
                      </a:r>
                    </a:p>
                  </a:txBody>
                  <a:tcPr marL="6350" marR="6350" marT="6350" marB="0"/>
                </a:tc>
                <a:tc>
                  <a:txBody>
                    <a:bodyPr/>
                    <a:lstStyle/>
                    <a:p>
                      <a:pPr algn="l" fontAlgn="b">
                        <a:buNone/>
                      </a:pPr>
                      <a:r>
                        <a:rPr lang="en-AU" sz="750" b="0" i="0" u="none" strike="noStrike">
                          <a:effectLst/>
                          <a:latin typeface="Calibri" panose="020F0502020204030204" pitchFamily="34" charset="0"/>
                        </a:rPr>
                        <a:t>MW.Zycus.TokenRefresh</a:t>
                      </a:r>
                    </a:p>
                  </a:txBody>
                  <a:tcPr marL="6350" marR="6350" marT="6350" marB="0" anchor="b"/>
                </a:tc>
                <a:tc>
                  <a:txBody>
                    <a:bodyPr/>
                    <a:lstStyle/>
                    <a:p>
                      <a:pPr algn="l" fontAlgn="t">
                        <a:buNone/>
                      </a:pPr>
                      <a:r>
                        <a:rPr lang="en-AU" sz="750" b="0" i="0" u="none" strike="noStrike">
                          <a:solidFill>
                            <a:srgbClr val="000000"/>
                          </a:solidFill>
                          <a:effectLst/>
                          <a:latin typeface="Calibri" panose="020F0502020204030204" pitchFamily="34" charset="0"/>
                        </a:rPr>
                        <a:t>BizTalk</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Zycus</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API</a:t>
                      </a:r>
                    </a:p>
                  </a:txBody>
                  <a:tcPr marL="6350" marR="6350" marT="6350" marB="0" anchor="ctr"/>
                </a:tc>
                <a:extLst>
                  <a:ext uri="{0D108BD9-81ED-4DB2-BD59-A6C34878D82A}">
                    <a16:rowId xmlns:a16="http://schemas.microsoft.com/office/drawing/2014/main" val="191759510"/>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53</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16-Zycus</a:t>
                      </a:r>
                    </a:p>
                  </a:txBody>
                  <a:tcPr marL="6350" marR="6350" marT="6350" marB="0"/>
                </a:tc>
                <a:tc>
                  <a:txBody>
                    <a:bodyPr/>
                    <a:lstStyle/>
                    <a:p>
                      <a:pPr algn="l" fontAlgn="t">
                        <a:buNone/>
                      </a:pPr>
                      <a:r>
                        <a:rPr lang="en-AU" sz="750" b="0" i="0" u="none" strike="noStrike" err="1">
                          <a:solidFill>
                            <a:srgbClr val="000000"/>
                          </a:solidFill>
                          <a:effectLst/>
                          <a:latin typeface="Calibri" panose="020F0502020204030204" pitchFamily="34" charset="0"/>
                        </a:rPr>
                        <a:t>MW.Zycus.TechOne.Contract</a:t>
                      </a:r>
                      <a:endParaRPr lang="en-AU" sz="750" b="0" i="0" u="none" strike="noStrike">
                        <a:solidFill>
                          <a:srgbClr val="000000"/>
                        </a:solidFill>
                        <a:effectLst/>
                        <a:latin typeface="Calibri" panose="020F0502020204030204" pitchFamily="34" charset="0"/>
                      </a:endParaRP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Zycus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TechOne</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b="0" i="0" u="none" strike="noStrike">
                          <a:solidFill>
                            <a:srgbClr val="000000"/>
                          </a:solidFill>
                          <a:effectLst/>
                          <a:latin typeface="Calibri" panose="020F0502020204030204" pitchFamily="34" charset="0"/>
                        </a:rPr>
                        <a:t>SOAP WS, REST API</a:t>
                      </a:r>
                    </a:p>
                  </a:txBody>
                  <a:tcPr marL="6350" marR="6350" marT="6350" marB="0" anchor="ctr"/>
                </a:tc>
                <a:extLst>
                  <a:ext uri="{0D108BD9-81ED-4DB2-BD59-A6C34878D82A}">
                    <a16:rowId xmlns:a16="http://schemas.microsoft.com/office/drawing/2014/main" val="585664326"/>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16-Zycus</a:t>
                      </a:r>
                    </a:p>
                  </a:txBody>
                  <a:tcPr marL="6350" marR="6350" marT="6350" marB="0"/>
                </a:tc>
                <a:tc>
                  <a:txBody>
                    <a:bodyPr/>
                    <a:lstStyle/>
                    <a:p>
                      <a:pPr algn="l" fontAlgn="t">
                        <a:buNone/>
                      </a:pPr>
                      <a:r>
                        <a:rPr lang="en-AU" sz="750" b="0" i="0" u="none" strike="noStrike" err="1">
                          <a:solidFill>
                            <a:srgbClr val="000000"/>
                          </a:solidFill>
                          <a:effectLst/>
                          <a:latin typeface="Calibri" panose="020F0502020204030204" pitchFamily="34" charset="0"/>
                        </a:rPr>
                        <a:t>MW.Zycus.TechOne.Supplier</a:t>
                      </a:r>
                      <a:br>
                        <a:rPr lang="en-AU" sz="750" b="0" i="0" u="none" strike="noStrike">
                          <a:solidFill>
                            <a:srgbClr val="000000"/>
                          </a:solidFill>
                          <a:effectLst/>
                          <a:latin typeface="Calibri" panose="020F0502020204030204" pitchFamily="34" charset="0"/>
                        </a:rPr>
                      </a:br>
                      <a:endParaRPr lang="en-AU" sz="750" b="0" i="0" u="none" strike="noStrike">
                        <a:solidFill>
                          <a:srgbClr val="000000"/>
                        </a:solidFill>
                        <a:effectLst/>
                        <a:latin typeface="Calibri" panose="020F0502020204030204" pitchFamily="34" charset="0"/>
                      </a:endParaRP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Zycus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TechOne</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marL="0" marR="0" lvl="0" indent="0" algn="ctr" defTabSz="685800" rtl="0" eaLnBrk="1" fontAlgn="ctr" latinLnBrk="0" hangingPunct="1">
                        <a:lnSpc>
                          <a:spcPct val="100000"/>
                        </a:lnSpc>
                        <a:spcBef>
                          <a:spcPts val="0"/>
                        </a:spcBef>
                        <a:spcAft>
                          <a:spcPts val="0"/>
                        </a:spcAft>
                        <a:buClrTx/>
                        <a:buSzTx/>
                        <a:buFontTx/>
                        <a:buNone/>
                        <a:tabLst/>
                        <a:defRPr/>
                      </a:pPr>
                      <a:r>
                        <a:rPr lang="en-AU" sz="750" b="0" i="0" u="none" strike="noStrike">
                          <a:solidFill>
                            <a:srgbClr val="000000"/>
                          </a:solidFill>
                          <a:effectLst/>
                          <a:latin typeface="Calibri" panose="020F0502020204030204" pitchFamily="34" charset="0"/>
                        </a:rPr>
                        <a:t>SOAP WS, REST API</a:t>
                      </a:r>
                    </a:p>
                  </a:txBody>
                  <a:tcPr marL="6350" marR="6350" marT="6350" marB="0" anchor="ctr"/>
                </a:tc>
                <a:extLst>
                  <a:ext uri="{0D108BD9-81ED-4DB2-BD59-A6C34878D82A}">
                    <a16:rowId xmlns:a16="http://schemas.microsoft.com/office/drawing/2014/main" val="1184732730"/>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55</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17-Incentive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MW.Incentive.Grants.BusinessRules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SOAP WS</a:t>
                      </a:r>
                    </a:p>
                  </a:txBody>
                  <a:tcPr marL="6350" marR="6350" marT="6350" marB="0" anchor="ctr"/>
                </a:tc>
                <a:extLst>
                  <a:ext uri="{0D108BD9-81ED-4DB2-BD59-A6C34878D82A}">
                    <a16:rowId xmlns:a16="http://schemas.microsoft.com/office/drawing/2014/main" val="3971409073"/>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56</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17-Incentive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MW.Incentive.Grants.ESRIMapImageImport</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SOAP WS</a:t>
                      </a:r>
                    </a:p>
                  </a:txBody>
                  <a:tcPr marL="6350" marR="6350" marT="6350" marB="0" anchor="ctr"/>
                </a:tc>
                <a:extLst>
                  <a:ext uri="{0D108BD9-81ED-4DB2-BD59-A6C34878D82A}">
                    <a16:rowId xmlns:a16="http://schemas.microsoft.com/office/drawing/2014/main" val="1822096784"/>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57</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17-Incentive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MW.Incentive.Grants.GetPropertyInfo</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SOAP WS</a:t>
                      </a:r>
                    </a:p>
                  </a:txBody>
                  <a:tcPr marL="6350" marR="6350" marT="6350" marB="0" anchor="ctr"/>
                </a:tc>
                <a:extLst>
                  <a:ext uri="{0D108BD9-81ED-4DB2-BD59-A6C34878D82A}">
                    <a16:rowId xmlns:a16="http://schemas.microsoft.com/office/drawing/2014/main" val="2353244342"/>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58</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17-Incentive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MW.Incentive.Grants.NearByCases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SOAP WS</a:t>
                      </a:r>
                    </a:p>
                  </a:txBody>
                  <a:tcPr marL="6350" marR="6350" marT="6350" marB="0" anchor="ctr"/>
                </a:tc>
                <a:extLst>
                  <a:ext uri="{0D108BD9-81ED-4DB2-BD59-A6C34878D82A}">
                    <a16:rowId xmlns:a16="http://schemas.microsoft.com/office/drawing/2014/main" val="2482809921"/>
                  </a:ext>
                </a:extLst>
              </a:tr>
              <a:tr h="137471">
                <a:tc>
                  <a:txBody>
                    <a:bodyPr/>
                    <a:lstStyle/>
                    <a:p>
                      <a:pPr algn="l" fontAlgn="t">
                        <a:buNone/>
                      </a:pPr>
                      <a:r>
                        <a:rPr lang="en-AU" sz="750" b="0" i="0" u="none" strike="noStrike">
                          <a:solidFill>
                            <a:srgbClr val="000000"/>
                          </a:solidFill>
                          <a:effectLst/>
                          <a:latin typeface="Calibri" panose="020F0502020204030204" pitchFamily="34" charset="0"/>
                        </a:rPr>
                        <a:t>59</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17-Incentive</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MW.Incentive.Grants.Withdrawal</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ESRI</a:t>
                      </a:r>
                    </a:p>
                  </a:txBody>
                  <a:tcPr marL="6350" marR="6350" marT="6350" marB="0"/>
                </a:tc>
                <a:tc>
                  <a:txBody>
                    <a:bodyPr/>
                    <a:lstStyle/>
                    <a:p>
                      <a:pPr algn="ctr" fontAlgn="ctr">
                        <a:buNone/>
                      </a:pPr>
                      <a:r>
                        <a:rPr lang="en-AU" sz="750" b="0" i="0" u="none" strike="noStrike">
                          <a:solidFill>
                            <a:srgbClr val="000000"/>
                          </a:solidFill>
                          <a:effectLst/>
                          <a:latin typeface="Calibri" panose="020F0502020204030204" pitchFamily="34" charset="0"/>
                        </a:rPr>
                        <a:t>PROD</a:t>
                      </a:r>
                    </a:p>
                  </a:txBody>
                  <a:tcPr marL="6350" marR="6350" marT="6350" marB="0" anchor="ctr"/>
                </a:tc>
                <a:tc>
                  <a:txBody>
                    <a:bodyPr/>
                    <a:lstStyle/>
                    <a:p>
                      <a:pPr algn="ctr" fontAlgn="ctr">
                        <a:buNone/>
                      </a:pPr>
                      <a:r>
                        <a:rPr lang="en-AU" sz="750" b="0" i="0" u="none" strike="noStrike">
                          <a:solidFill>
                            <a:srgbClr val="000000"/>
                          </a:solidFill>
                          <a:effectLst/>
                          <a:latin typeface="Calibri" panose="020F0502020204030204" pitchFamily="34" charset="0"/>
                        </a:rPr>
                        <a:t>SOAP WS</a:t>
                      </a:r>
                    </a:p>
                  </a:txBody>
                  <a:tcPr marL="6350" marR="6350" marT="6350" marB="0" anchor="ctr"/>
                </a:tc>
                <a:extLst>
                  <a:ext uri="{0D108BD9-81ED-4DB2-BD59-A6C34878D82A}">
                    <a16:rowId xmlns:a16="http://schemas.microsoft.com/office/drawing/2014/main" val="155193611"/>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60</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18-System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BizTalk Application 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Default application</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 </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NA</a:t>
                      </a:r>
                    </a:p>
                  </a:txBody>
                  <a:tcPr marL="6350" marR="6350" marT="6350" marB="0"/>
                </a:tc>
                <a:extLst>
                  <a:ext uri="{0D108BD9-81ED-4DB2-BD59-A6C34878D82A}">
                    <a16:rowId xmlns:a16="http://schemas.microsoft.com/office/drawing/2014/main" val="878388824"/>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18-System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BizTalk.System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Default application</a:t>
                      </a:r>
                    </a:p>
                  </a:txBody>
                  <a:tcPr marL="6350" marR="6350" marT="6350" marB="0"/>
                </a:tc>
                <a:tc>
                  <a:txBody>
                    <a:bodyPr/>
                    <a:lstStyle/>
                    <a:p>
                      <a:pPr algn="l" fontAlgn="t">
                        <a:buNone/>
                      </a:pPr>
                      <a:r>
                        <a:rPr lang="en-AU" sz="750" b="0" i="0" u="none" strike="noStrike">
                          <a:effectLst/>
                          <a:latin typeface="Calibri" panose="020F0502020204030204" pitchFamily="34" charset="0"/>
                        </a:rPr>
                        <a:t> </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NA</a:t>
                      </a:r>
                    </a:p>
                  </a:txBody>
                  <a:tcPr marL="6350" marR="6350" marT="6350" marB="0"/>
                </a:tc>
                <a:extLst>
                  <a:ext uri="{0D108BD9-81ED-4DB2-BD59-A6C34878D82A}">
                    <a16:rowId xmlns:a16="http://schemas.microsoft.com/office/drawing/2014/main" val="3779326545"/>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62</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18-System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Microsoft.Practices.ESB</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Default application</a:t>
                      </a:r>
                    </a:p>
                  </a:txBody>
                  <a:tcPr marL="6350" marR="6350" marT="6350" marB="0"/>
                </a:tc>
                <a:tc>
                  <a:txBody>
                    <a:bodyPr/>
                    <a:lstStyle/>
                    <a:p>
                      <a:pPr algn="l" fontAlgn="t">
                        <a:buNone/>
                      </a:pPr>
                      <a:r>
                        <a:rPr lang="en-AU" sz="750" b="0" i="0" u="none" strike="noStrike">
                          <a:effectLst/>
                          <a:latin typeface="Calibri" panose="020F0502020204030204" pitchFamily="34" charset="0"/>
                        </a:rPr>
                        <a:t> </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NA</a:t>
                      </a:r>
                    </a:p>
                  </a:txBody>
                  <a:tcPr marL="6350" marR="6350" marT="6350" marB="0"/>
                </a:tc>
                <a:extLst>
                  <a:ext uri="{0D108BD9-81ED-4DB2-BD59-A6C34878D82A}">
                    <a16:rowId xmlns:a16="http://schemas.microsoft.com/office/drawing/2014/main" val="3321589975"/>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63</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18-System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Microsoft.Practices.JMS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Default application</a:t>
                      </a:r>
                    </a:p>
                  </a:txBody>
                  <a:tcPr marL="6350" marR="6350" marT="6350" marB="0"/>
                </a:tc>
                <a:tc>
                  <a:txBody>
                    <a:bodyPr/>
                    <a:lstStyle/>
                    <a:p>
                      <a:pPr algn="l" fontAlgn="t">
                        <a:buNone/>
                      </a:pPr>
                      <a:r>
                        <a:rPr lang="en-AU" sz="750" b="0" i="0" u="none" strike="noStrike">
                          <a:effectLst/>
                          <a:latin typeface="Calibri" panose="020F0502020204030204" pitchFamily="34" charset="0"/>
                        </a:rPr>
                        <a:t> </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NA</a:t>
                      </a:r>
                    </a:p>
                  </a:txBody>
                  <a:tcPr marL="6350" marR="6350" marT="6350" marB="0"/>
                </a:tc>
                <a:extLst>
                  <a:ext uri="{0D108BD9-81ED-4DB2-BD59-A6C34878D82A}">
                    <a16:rowId xmlns:a16="http://schemas.microsoft.com/office/drawing/2014/main" val="2555419027"/>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18-System</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Microsoft.BizTalk.CAT</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Default application</a:t>
                      </a:r>
                    </a:p>
                  </a:txBody>
                  <a:tcPr marL="6350" marR="6350" marT="6350" marB="0"/>
                </a:tc>
                <a:tc>
                  <a:txBody>
                    <a:bodyPr/>
                    <a:lstStyle/>
                    <a:p>
                      <a:pPr algn="l" fontAlgn="t">
                        <a:buNone/>
                      </a:pPr>
                      <a:r>
                        <a:rPr lang="en-AU" sz="750" b="0" i="0" u="none" strike="noStrike">
                          <a:effectLst/>
                          <a:latin typeface="Calibri" panose="020F0502020204030204" pitchFamily="34" charset="0"/>
                        </a:rPr>
                        <a:t> </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NA</a:t>
                      </a:r>
                    </a:p>
                  </a:txBody>
                  <a:tcPr marL="6350" marR="6350" marT="6350" marB="0"/>
                </a:tc>
                <a:extLst>
                  <a:ext uri="{0D108BD9-81ED-4DB2-BD59-A6C34878D82A}">
                    <a16:rowId xmlns:a16="http://schemas.microsoft.com/office/drawing/2014/main" val="2588551368"/>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65</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19- CAD </a:t>
                      </a:r>
                    </a:p>
                  </a:txBody>
                  <a:tcPr marL="6350" marR="6350" marT="6350" marB="0"/>
                </a:tc>
                <a:tc>
                  <a:txBody>
                    <a:bodyPr/>
                    <a:lstStyle/>
                    <a:p>
                      <a:pPr algn="l" fontAlgn="t">
                        <a:buNone/>
                      </a:pPr>
                      <a:r>
                        <a:rPr lang="en-AU" sz="750" b="0" i="0" u="none" strike="noStrike">
                          <a:effectLst/>
                          <a:latin typeface="Calibri" panose="020F0502020204030204" pitchFamily="34" charset="0"/>
                        </a:rPr>
                        <a:t>MW.CAD.BusinessRules</a:t>
                      </a:r>
                    </a:p>
                  </a:txBody>
                  <a:tcPr marL="6350" marR="6350" marT="6350" marB="0"/>
                </a:tc>
                <a:tc>
                  <a:txBody>
                    <a:bodyPr/>
                    <a:lstStyle/>
                    <a:p>
                      <a:pPr algn="l" fontAlgn="t">
                        <a:buNone/>
                      </a:pPr>
                      <a:r>
                        <a:rPr lang="en-AU" sz="750" b="0" i="0" u="none" strike="noStrike">
                          <a:effectLst/>
                          <a:latin typeface="Calibri" panose="020F0502020204030204" pitchFamily="34" charset="0"/>
                        </a:rPr>
                        <a:t>Pega</a:t>
                      </a:r>
                    </a:p>
                  </a:txBody>
                  <a:tcPr marL="6350" marR="6350" marT="6350" marB="0"/>
                </a:tc>
                <a:tc>
                  <a:txBody>
                    <a:bodyPr/>
                    <a:lstStyle/>
                    <a:p>
                      <a:pPr algn="l" fontAlgn="t">
                        <a:buNone/>
                      </a:pPr>
                      <a:r>
                        <a:rPr lang="en-AU" sz="750" b="0" i="0" u="none" strike="noStrike">
                          <a:effectLst/>
                          <a:latin typeface="Calibri" panose="020F0502020204030204" pitchFamily="34" charset="0"/>
                        </a:rPr>
                        <a:t>ESRI</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SOAP WS</a:t>
                      </a:r>
                    </a:p>
                  </a:txBody>
                  <a:tcPr marL="6350" marR="6350" marT="6350" marB="0"/>
                </a:tc>
                <a:extLst>
                  <a:ext uri="{0D108BD9-81ED-4DB2-BD59-A6C34878D82A}">
                    <a16:rowId xmlns:a16="http://schemas.microsoft.com/office/drawing/2014/main" val="2128277362"/>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66</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19- CAD </a:t>
                      </a:r>
                    </a:p>
                  </a:txBody>
                  <a:tcPr marL="6350" marR="6350" marT="6350" marB="0"/>
                </a:tc>
                <a:tc>
                  <a:txBody>
                    <a:bodyPr/>
                    <a:lstStyle/>
                    <a:p>
                      <a:pPr algn="l" fontAlgn="t">
                        <a:buNone/>
                      </a:pPr>
                      <a:r>
                        <a:rPr lang="en-AU" sz="750" b="0" i="0" u="none" strike="noStrike">
                          <a:effectLst/>
                          <a:latin typeface="Calibri" panose="020F0502020204030204" pitchFamily="34" charset="0"/>
                        </a:rPr>
                        <a:t>MW.CAD.ESRIMapImageImport</a:t>
                      </a:r>
                    </a:p>
                  </a:txBody>
                  <a:tcPr marL="6350" marR="6350" marT="6350" marB="0"/>
                </a:tc>
                <a:tc>
                  <a:txBody>
                    <a:bodyPr/>
                    <a:lstStyle/>
                    <a:p>
                      <a:pPr algn="l" fontAlgn="t">
                        <a:buNone/>
                      </a:pPr>
                      <a:r>
                        <a:rPr lang="en-AU" sz="750" b="0" i="0" u="none" strike="noStrike">
                          <a:effectLst/>
                          <a:latin typeface="Calibri" panose="020F0502020204030204" pitchFamily="34" charset="0"/>
                        </a:rPr>
                        <a:t>Pega</a:t>
                      </a:r>
                    </a:p>
                  </a:txBody>
                  <a:tcPr marL="6350" marR="6350" marT="6350" marB="0"/>
                </a:tc>
                <a:tc>
                  <a:txBody>
                    <a:bodyPr/>
                    <a:lstStyle/>
                    <a:p>
                      <a:pPr algn="l" fontAlgn="t">
                        <a:buNone/>
                      </a:pPr>
                      <a:r>
                        <a:rPr lang="en-AU" sz="750" b="0" i="0" u="none" strike="noStrike">
                          <a:effectLst/>
                          <a:latin typeface="Calibri" panose="020F0502020204030204" pitchFamily="34" charset="0"/>
                        </a:rPr>
                        <a:t>ESRI</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PROD</a:t>
                      </a:r>
                    </a:p>
                  </a:txBody>
                  <a:tcPr marL="6350" marR="6350" marT="6350" marB="0"/>
                </a:tc>
                <a:tc>
                  <a:txBody>
                    <a:bodyPr/>
                    <a:lstStyle/>
                    <a:p>
                      <a:pPr algn="ctr" fontAlgn="t">
                        <a:buNone/>
                      </a:pPr>
                      <a:r>
                        <a:rPr lang="en-AU" sz="750" b="0" i="0" u="none" strike="noStrike">
                          <a:solidFill>
                            <a:srgbClr val="000000"/>
                          </a:solidFill>
                          <a:effectLst/>
                          <a:latin typeface="Calibri" panose="020F0502020204030204" pitchFamily="34" charset="0"/>
                        </a:rPr>
                        <a:t>SOAP WS</a:t>
                      </a:r>
                    </a:p>
                  </a:txBody>
                  <a:tcPr marL="6350" marR="6350" marT="6350" marB="0"/>
                </a:tc>
                <a:extLst>
                  <a:ext uri="{0D108BD9-81ED-4DB2-BD59-A6C34878D82A}">
                    <a16:rowId xmlns:a16="http://schemas.microsoft.com/office/drawing/2014/main" val="658785118"/>
                  </a:ext>
                </a:extLst>
              </a:tr>
              <a:tr h="137471">
                <a:tc>
                  <a:txBody>
                    <a:bodyPr/>
                    <a:lstStyle/>
                    <a:p>
                      <a:pPr algn="l" fontAlgn="t">
                        <a:buNone/>
                      </a:pPr>
                      <a:r>
                        <a:rPr lang="en-AU" sz="750" b="0" i="0" u="none" strike="noStrike">
                          <a:solidFill>
                            <a:srgbClr val="000000"/>
                          </a:solidFill>
                          <a:effectLst/>
                          <a:latin typeface="Calibri" panose="020F0502020204030204" pitchFamily="34" charset="0"/>
                        </a:rPr>
                        <a:t>67</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20-Flash Flood</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MW.EWN.HDC.Process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FIDDS</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EWN</a:t>
                      </a:r>
                    </a:p>
                  </a:txBody>
                  <a:tcPr marL="6350" marR="6350" marT="6350" marB="0"/>
                </a:tc>
                <a:tc>
                  <a:txBody>
                    <a:bodyPr/>
                    <a:lstStyle/>
                    <a:p>
                      <a:pPr algn="ctr" fontAlgn="b">
                        <a:buNone/>
                      </a:pPr>
                      <a:r>
                        <a:rPr lang="en-AU" sz="750" b="0" i="0" u="none" strike="noStrike">
                          <a:effectLst/>
                          <a:latin typeface="Calibri" panose="020F0502020204030204" pitchFamily="34" charset="0"/>
                        </a:rPr>
                        <a:t>POC</a:t>
                      </a:r>
                    </a:p>
                  </a:txBody>
                  <a:tcPr marL="6350" marR="6350" marT="6350" marB="0" anchor="b"/>
                </a:tc>
                <a:tc>
                  <a:txBody>
                    <a:bodyPr/>
                    <a:lstStyle/>
                    <a:p>
                      <a:pPr algn="l" fontAlgn="b">
                        <a:buNone/>
                      </a:pPr>
                      <a:r>
                        <a:rPr lang="en-AU" sz="750" b="0" i="0" u="none" strike="noStrike">
                          <a:effectLst/>
                          <a:latin typeface="Calibri" panose="020F0502020204030204" pitchFamily="34" charset="0"/>
                        </a:rPr>
                        <a:t> </a:t>
                      </a:r>
                    </a:p>
                  </a:txBody>
                  <a:tcPr marL="6350" marR="6350" marT="6350" marB="0" anchor="b"/>
                </a:tc>
                <a:extLst>
                  <a:ext uri="{0D108BD9-81ED-4DB2-BD59-A6C34878D82A}">
                    <a16:rowId xmlns:a16="http://schemas.microsoft.com/office/drawing/2014/main" val="3406310723"/>
                  </a:ext>
                </a:extLst>
              </a:tr>
            </a:tbl>
          </a:graphicData>
        </a:graphic>
      </p:graphicFrame>
    </p:spTree>
    <p:extLst>
      <p:ext uri="{BB962C8B-B14F-4D97-AF65-F5344CB8AC3E}">
        <p14:creationId xmlns:p14="http://schemas.microsoft.com/office/powerpoint/2010/main" val="1310550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ADD2C-9387-EE68-4B72-F49DEF667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48222-F04E-6453-2BB5-C3FDBFCE48FD}"/>
              </a:ext>
            </a:extLst>
          </p:cNvPr>
          <p:cNvSpPr>
            <a:spLocks noGrp="1"/>
          </p:cNvSpPr>
          <p:nvPr>
            <p:ph type="title"/>
          </p:nvPr>
        </p:nvSpPr>
        <p:spPr>
          <a:xfrm>
            <a:off x="138109" y="72251"/>
            <a:ext cx="7704000" cy="648000"/>
          </a:xfrm>
        </p:spPr>
        <p:txBody>
          <a:bodyPr anchor="ctr">
            <a:normAutofit/>
          </a:bodyPr>
          <a:lstStyle/>
          <a:p>
            <a:r>
              <a:rPr lang="en-US" sz="1600">
                <a:latin typeface="Calibri" panose="020F0502020204030204" pitchFamily="34" charset="0"/>
                <a:ea typeface="Calibri" panose="020F0502020204030204" pitchFamily="34" charset="0"/>
                <a:cs typeface="Calibri" panose="020F0502020204030204" pitchFamily="34" charset="0"/>
              </a:rPr>
              <a:t>Current Integration State – with Biztalk</a:t>
            </a:r>
            <a:endParaRPr lang="en-AU" sz="160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FF81D49F-759A-634A-A4B0-A1D0383D7975}"/>
              </a:ext>
            </a:extLst>
          </p:cNvPr>
          <p:cNvPicPr>
            <a:picLocks noChangeAspect="1"/>
          </p:cNvPicPr>
          <p:nvPr/>
        </p:nvPicPr>
        <p:blipFill>
          <a:blip r:embed="rId2"/>
          <a:stretch>
            <a:fillRect/>
          </a:stretch>
        </p:blipFill>
        <p:spPr>
          <a:xfrm>
            <a:off x="720725" y="1322012"/>
            <a:ext cx="7702550" cy="3187975"/>
          </a:xfrm>
          <a:prstGeom prst="rect">
            <a:avLst/>
          </a:prstGeom>
          <a:noFill/>
        </p:spPr>
      </p:pic>
      <p:sp>
        <p:nvSpPr>
          <p:cNvPr id="13" name="Footer Placeholder 3">
            <a:extLst>
              <a:ext uri="{FF2B5EF4-FFF2-40B4-BE49-F238E27FC236}">
                <a16:creationId xmlns:a16="http://schemas.microsoft.com/office/drawing/2014/main" id="{C1C3E841-40CA-4AE5-1A6D-45C86A8A1F16}"/>
              </a:ext>
            </a:extLst>
          </p:cNvPr>
          <p:cNvSpPr>
            <a:spLocks noGrp="1"/>
          </p:cNvSpPr>
          <p:nvPr>
            <p:ph type="ftr" sz="quarter" idx="11"/>
          </p:nvPr>
        </p:nvSpPr>
        <p:spPr>
          <a:xfrm>
            <a:off x="722117" y="4909249"/>
            <a:ext cx="3086100" cy="162000"/>
          </a:xfrm>
        </p:spPr>
        <p:txBody>
          <a:bodyPr anchor="ctr">
            <a:normAutofit/>
          </a:bodyPr>
          <a:lstStyle/>
          <a:p>
            <a:pPr>
              <a:lnSpc>
                <a:spcPct val="90000"/>
              </a:lnSpc>
              <a:spcAft>
                <a:spcPts val="600"/>
              </a:spcAft>
            </a:pPr>
            <a:r>
              <a:rPr lang="en-AU" sz="600"/>
              <a:t>Melbourne Water Information Technology and Management</a:t>
            </a:r>
          </a:p>
        </p:txBody>
      </p:sp>
      <p:sp>
        <p:nvSpPr>
          <p:cNvPr id="15" name="Slide Number Placeholder 4">
            <a:extLst>
              <a:ext uri="{FF2B5EF4-FFF2-40B4-BE49-F238E27FC236}">
                <a16:creationId xmlns:a16="http://schemas.microsoft.com/office/drawing/2014/main" id="{5B7E63DF-196A-30BF-B8E1-C118997E8B34}"/>
              </a:ext>
            </a:extLst>
          </p:cNvPr>
          <p:cNvSpPr>
            <a:spLocks noGrp="1"/>
          </p:cNvSpPr>
          <p:nvPr>
            <p:ph type="sldNum" sz="quarter" idx="12"/>
          </p:nvPr>
        </p:nvSpPr>
        <p:spPr>
          <a:xfrm>
            <a:off x="7924800" y="4909249"/>
            <a:ext cx="590550" cy="162000"/>
          </a:xfrm>
        </p:spPr>
        <p:txBody>
          <a:bodyPr anchor="ctr">
            <a:normAutofit/>
          </a:bodyPr>
          <a:lstStyle/>
          <a:p>
            <a:pPr>
              <a:lnSpc>
                <a:spcPct val="90000"/>
              </a:lnSpc>
              <a:spcAft>
                <a:spcPts val="600"/>
              </a:spcAft>
            </a:pPr>
            <a:fld id="{BB1C4F31-AAC3-416A-A54A-167287B4272A}" type="slidenum">
              <a:rPr lang="en-AU" sz="600" smtClean="0"/>
              <a:pPr>
                <a:lnSpc>
                  <a:spcPct val="90000"/>
                </a:lnSpc>
                <a:spcAft>
                  <a:spcPts val="600"/>
                </a:spcAft>
              </a:pPr>
              <a:t>7</a:t>
            </a:fld>
            <a:endParaRPr lang="en-AU" sz="600"/>
          </a:p>
        </p:txBody>
      </p:sp>
    </p:spTree>
    <p:extLst>
      <p:ext uri="{BB962C8B-B14F-4D97-AF65-F5344CB8AC3E}">
        <p14:creationId xmlns:p14="http://schemas.microsoft.com/office/powerpoint/2010/main" val="3300972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F46DA-7108-ADFE-AD34-123BD3DB1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822B5-A04A-99D2-5D36-B490F8C65842}"/>
              </a:ext>
            </a:extLst>
          </p:cNvPr>
          <p:cNvSpPr>
            <a:spLocks noGrp="1"/>
          </p:cNvSpPr>
          <p:nvPr>
            <p:ph type="title"/>
          </p:nvPr>
        </p:nvSpPr>
        <p:spPr>
          <a:xfrm>
            <a:off x="138109" y="72251"/>
            <a:ext cx="7704000" cy="648000"/>
          </a:xfrm>
        </p:spPr>
        <p:txBody>
          <a:bodyPr anchor="ctr">
            <a:normAutofit/>
          </a:bodyPr>
          <a:lstStyle/>
          <a:p>
            <a:r>
              <a:rPr lang="en-US" sz="1600">
                <a:latin typeface="Calibri" panose="020F0502020204030204" pitchFamily="34" charset="0"/>
                <a:ea typeface="Calibri" panose="020F0502020204030204" pitchFamily="34" charset="0"/>
                <a:cs typeface="Calibri" panose="020F0502020204030204" pitchFamily="34" charset="0"/>
              </a:rPr>
              <a:t>Current Architecture of Azure Integration Services</a:t>
            </a:r>
            <a:endParaRPr lang="en-AU" sz="1600">
              <a:latin typeface="Calibri" panose="020F0502020204030204" pitchFamily="34" charset="0"/>
              <a:ea typeface="Calibri" panose="020F0502020204030204" pitchFamily="34" charset="0"/>
              <a:cs typeface="Calibri" panose="020F0502020204030204" pitchFamily="34" charset="0"/>
            </a:endParaRPr>
          </a:p>
        </p:txBody>
      </p:sp>
      <p:sp>
        <p:nvSpPr>
          <p:cNvPr id="13" name="Footer Placeholder 3">
            <a:extLst>
              <a:ext uri="{FF2B5EF4-FFF2-40B4-BE49-F238E27FC236}">
                <a16:creationId xmlns:a16="http://schemas.microsoft.com/office/drawing/2014/main" id="{D392BCFD-0B1D-DD09-BD93-418D55DCB2C8}"/>
              </a:ext>
            </a:extLst>
          </p:cNvPr>
          <p:cNvSpPr>
            <a:spLocks noGrp="1"/>
          </p:cNvSpPr>
          <p:nvPr>
            <p:ph type="ftr" sz="quarter" idx="11"/>
          </p:nvPr>
        </p:nvSpPr>
        <p:spPr>
          <a:xfrm>
            <a:off x="722117" y="4909249"/>
            <a:ext cx="3086100" cy="162000"/>
          </a:xfrm>
        </p:spPr>
        <p:txBody>
          <a:bodyPr anchor="ctr">
            <a:normAutofit/>
          </a:bodyPr>
          <a:lstStyle/>
          <a:p>
            <a:pPr>
              <a:lnSpc>
                <a:spcPct val="90000"/>
              </a:lnSpc>
              <a:spcAft>
                <a:spcPts val="600"/>
              </a:spcAft>
            </a:pPr>
            <a:r>
              <a:rPr lang="en-AU" sz="600"/>
              <a:t>Melbourne Water Information Technology and Management</a:t>
            </a:r>
          </a:p>
        </p:txBody>
      </p:sp>
      <p:sp>
        <p:nvSpPr>
          <p:cNvPr id="15" name="Slide Number Placeholder 4">
            <a:extLst>
              <a:ext uri="{FF2B5EF4-FFF2-40B4-BE49-F238E27FC236}">
                <a16:creationId xmlns:a16="http://schemas.microsoft.com/office/drawing/2014/main" id="{5408A2D3-90C4-27A6-FF8C-E0BFF4254469}"/>
              </a:ext>
            </a:extLst>
          </p:cNvPr>
          <p:cNvSpPr>
            <a:spLocks noGrp="1"/>
          </p:cNvSpPr>
          <p:nvPr>
            <p:ph type="sldNum" sz="quarter" idx="12"/>
          </p:nvPr>
        </p:nvSpPr>
        <p:spPr>
          <a:xfrm>
            <a:off x="7924800" y="4909249"/>
            <a:ext cx="590550" cy="162000"/>
          </a:xfrm>
        </p:spPr>
        <p:txBody>
          <a:bodyPr anchor="ctr">
            <a:normAutofit/>
          </a:bodyPr>
          <a:lstStyle/>
          <a:p>
            <a:pPr>
              <a:lnSpc>
                <a:spcPct val="90000"/>
              </a:lnSpc>
              <a:spcAft>
                <a:spcPts val="600"/>
              </a:spcAft>
            </a:pPr>
            <a:fld id="{BB1C4F31-AAC3-416A-A54A-167287B4272A}" type="slidenum">
              <a:rPr lang="en-AU" sz="600" smtClean="0"/>
              <a:pPr>
                <a:lnSpc>
                  <a:spcPct val="90000"/>
                </a:lnSpc>
                <a:spcAft>
                  <a:spcPts val="600"/>
                </a:spcAft>
              </a:pPr>
              <a:t>8</a:t>
            </a:fld>
            <a:endParaRPr lang="en-AU" sz="600"/>
          </a:p>
        </p:txBody>
      </p:sp>
      <p:sp>
        <p:nvSpPr>
          <p:cNvPr id="3" name="Rectangle 2">
            <a:extLst>
              <a:ext uri="{FF2B5EF4-FFF2-40B4-BE49-F238E27FC236}">
                <a16:creationId xmlns:a16="http://schemas.microsoft.com/office/drawing/2014/main" id="{9C990631-C941-259E-D354-BA02362751F2}"/>
              </a:ext>
            </a:extLst>
          </p:cNvPr>
          <p:cNvSpPr>
            <a:spLocks noChangeArrowheads="1"/>
          </p:cNvSpPr>
          <p:nvPr/>
        </p:nvSpPr>
        <p:spPr bwMode="auto">
          <a:xfrm>
            <a:off x="971550" y="115116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5" name="Rectangle 4">
            <a:extLst>
              <a:ext uri="{FF2B5EF4-FFF2-40B4-BE49-F238E27FC236}">
                <a16:creationId xmlns:a16="http://schemas.microsoft.com/office/drawing/2014/main" id="{ABCE2312-CC1F-4987-F208-9C0F9635CA76}"/>
              </a:ext>
            </a:extLst>
          </p:cNvPr>
          <p:cNvSpPr>
            <a:spLocks noChangeArrowheads="1"/>
          </p:cNvSpPr>
          <p:nvPr/>
        </p:nvSpPr>
        <p:spPr bwMode="auto">
          <a:xfrm>
            <a:off x="151509" y="87064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graphicFrame>
        <p:nvGraphicFramePr>
          <p:cNvPr id="6" name="Object 5">
            <a:extLst>
              <a:ext uri="{FF2B5EF4-FFF2-40B4-BE49-F238E27FC236}">
                <a16:creationId xmlns:a16="http://schemas.microsoft.com/office/drawing/2014/main" id="{3B145D8F-8FCF-3DC4-3E4C-987526313C05}"/>
              </a:ext>
            </a:extLst>
          </p:cNvPr>
          <p:cNvGraphicFramePr>
            <a:graphicFrameLocks noChangeAspect="1"/>
          </p:cNvGraphicFramePr>
          <p:nvPr>
            <p:extLst>
              <p:ext uri="{D42A27DB-BD31-4B8C-83A1-F6EECF244321}">
                <p14:modId xmlns:p14="http://schemas.microsoft.com/office/powerpoint/2010/main" val="3850659086"/>
              </p:ext>
            </p:extLst>
          </p:nvPr>
        </p:nvGraphicFramePr>
        <p:xfrm>
          <a:off x="151509" y="944378"/>
          <a:ext cx="5506334" cy="3891143"/>
        </p:xfrm>
        <a:graphic>
          <a:graphicData uri="http://schemas.openxmlformats.org/presentationml/2006/ole">
            <mc:AlternateContent xmlns:mc="http://schemas.openxmlformats.org/markup-compatibility/2006">
              <mc:Choice xmlns:v="urn:schemas-microsoft-com:vml" Requires="v">
                <p:oleObj name="Visio" r:id="rId3" imgW="10568925" imgH="7483228" progId="Visio.Drawing.15">
                  <p:embed/>
                </p:oleObj>
              </mc:Choice>
              <mc:Fallback>
                <p:oleObj name="Visio" r:id="rId3" imgW="10568925" imgH="7483228" progId="Visio.Drawing.15">
                  <p:embed/>
                  <p:pic>
                    <p:nvPicPr>
                      <p:cNvPr id="6" name="Object 5">
                        <a:extLst>
                          <a:ext uri="{FF2B5EF4-FFF2-40B4-BE49-F238E27FC236}">
                            <a16:creationId xmlns:a16="http://schemas.microsoft.com/office/drawing/2014/main" id="{3B145D8F-8FCF-3DC4-3E4C-987526313C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509" y="944378"/>
                        <a:ext cx="5506334" cy="3891143"/>
                      </a:xfrm>
                      <a:prstGeom prst="rect">
                        <a:avLst/>
                      </a:prstGeom>
                      <a:noFill/>
                    </p:spPr>
                  </p:pic>
                </p:oleObj>
              </mc:Fallback>
            </mc:AlternateContent>
          </a:graphicData>
        </a:graphic>
      </p:graphicFrame>
      <p:graphicFrame>
        <p:nvGraphicFramePr>
          <p:cNvPr id="8" name="Table 7">
            <a:extLst>
              <a:ext uri="{FF2B5EF4-FFF2-40B4-BE49-F238E27FC236}">
                <a16:creationId xmlns:a16="http://schemas.microsoft.com/office/drawing/2014/main" id="{59F67720-A90C-D756-5CD7-115451B7F36D}"/>
              </a:ext>
            </a:extLst>
          </p:cNvPr>
          <p:cNvGraphicFramePr>
            <a:graphicFrameLocks noGrp="1"/>
          </p:cNvGraphicFramePr>
          <p:nvPr>
            <p:extLst>
              <p:ext uri="{D42A27DB-BD31-4B8C-83A1-F6EECF244321}">
                <p14:modId xmlns:p14="http://schemas.microsoft.com/office/powerpoint/2010/main" val="1852270983"/>
              </p:ext>
            </p:extLst>
          </p:nvPr>
        </p:nvGraphicFramePr>
        <p:xfrm>
          <a:off x="5909191" y="1021048"/>
          <a:ext cx="2861002" cy="3719837"/>
        </p:xfrm>
        <a:graphic>
          <a:graphicData uri="http://schemas.openxmlformats.org/drawingml/2006/table">
            <a:tbl>
              <a:tblPr firstRow="1" firstCol="1" bandRow="1">
                <a:tableStyleId>{3B4B98B0-60AC-42C2-AFA5-B58CD77FA1E5}</a:tableStyleId>
              </a:tblPr>
              <a:tblGrid>
                <a:gridCol w="437638">
                  <a:extLst>
                    <a:ext uri="{9D8B030D-6E8A-4147-A177-3AD203B41FA5}">
                      <a16:colId xmlns:a16="http://schemas.microsoft.com/office/drawing/2014/main" val="1615156318"/>
                    </a:ext>
                  </a:extLst>
                </a:gridCol>
                <a:gridCol w="912463">
                  <a:extLst>
                    <a:ext uri="{9D8B030D-6E8A-4147-A177-3AD203B41FA5}">
                      <a16:colId xmlns:a16="http://schemas.microsoft.com/office/drawing/2014/main" val="789498533"/>
                    </a:ext>
                  </a:extLst>
                </a:gridCol>
                <a:gridCol w="1510901">
                  <a:extLst>
                    <a:ext uri="{9D8B030D-6E8A-4147-A177-3AD203B41FA5}">
                      <a16:colId xmlns:a16="http://schemas.microsoft.com/office/drawing/2014/main" val="3390031526"/>
                    </a:ext>
                  </a:extLst>
                </a:gridCol>
              </a:tblGrid>
              <a:tr h="101920">
                <a:tc>
                  <a:txBody>
                    <a:bodyPr/>
                    <a:lstStyle/>
                    <a:p>
                      <a:pPr>
                        <a:spcBef>
                          <a:spcPts val="600"/>
                        </a:spcBef>
                        <a:spcAft>
                          <a:spcPts val="1000"/>
                        </a:spcAft>
                        <a:buNone/>
                        <a:tabLst>
                          <a:tab pos="6120130" algn="r"/>
                        </a:tabLst>
                      </a:pPr>
                      <a:r>
                        <a:rPr lang="en-AU" sz="500">
                          <a:effectLst/>
                        </a:rPr>
                        <a:t>ID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Component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Role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3489644043"/>
                  </a:ext>
                </a:extLst>
              </a:tr>
              <a:tr h="597749">
                <a:tc>
                  <a:txBody>
                    <a:bodyPr/>
                    <a:lstStyle/>
                    <a:p>
                      <a:pPr>
                        <a:spcBef>
                          <a:spcPts val="600"/>
                        </a:spcBef>
                        <a:spcAft>
                          <a:spcPts val="1000"/>
                        </a:spcAft>
                        <a:buNone/>
                        <a:tabLst>
                          <a:tab pos="6120130" algn="r"/>
                        </a:tabLst>
                      </a:pPr>
                      <a:r>
                        <a:rPr lang="en-AU" sz="500">
                          <a:effectLst/>
                        </a:rPr>
                        <a:t>1</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Melbourne Water on-premise data centres hosting production and non production applications (Brooklyn/Hoppers Crossing)</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Data centres (Brooklyn/Hoppers Crossing ) host production and non-prod applications and servers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4192842761"/>
                  </a:ext>
                </a:extLst>
              </a:tr>
              <a:tr h="707933">
                <a:tc>
                  <a:txBody>
                    <a:bodyPr/>
                    <a:lstStyle/>
                    <a:p>
                      <a:pPr>
                        <a:spcBef>
                          <a:spcPts val="600"/>
                        </a:spcBef>
                        <a:spcAft>
                          <a:spcPts val="1000"/>
                        </a:spcAft>
                        <a:buNone/>
                        <a:tabLst>
                          <a:tab pos="6120130" algn="r"/>
                        </a:tabLst>
                      </a:pPr>
                      <a:r>
                        <a:rPr lang="en-AU" sz="500">
                          <a:effectLst/>
                        </a:rPr>
                        <a:t>2</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DMZ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Melbourne water on-premise dematerialised zone </a:t>
                      </a:r>
                    </a:p>
                    <a:p>
                      <a:pPr>
                        <a:spcBef>
                          <a:spcPts val="600"/>
                        </a:spcBef>
                        <a:spcAft>
                          <a:spcPts val="1000"/>
                        </a:spcAft>
                        <a:buNone/>
                        <a:tabLst>
                          <a:tab pos="6120130" algn="r"/>
                        </a:tabLst>
                      </a:pPr>
                      <a:r>
                        <a:rPr lang="en-AU" sz="500">
                          <a:effectLst/>
                        </a:rPr>
                        <a:t>Traffic from SaaS and internet browsers will come via cloud flare, border firewall and then DMZ to be passed through via BGP routes (Azure Express routes) to reach final destination MW Azure tenancy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2122905617"/>
                  </a:ext>
                </a:extLst>
              </a:tr>
              <a:tr h="267197">
                <a:tc>
                  <a:txBody>
                    <a:bodyPr/>
                    <a:lstStyle/>
                    <a:p>
                      <a:pPr>
                        <a:spcBef>
                          <a:spcPts val="600"/>
                        </a:spcBef>
                        <a:spcAft>
                          <a:spcPts val="1000"/>
                        </a:spcAft>
                        <a:buNone/>
                        <a:tabLst>
                          <a:tab pos="6120130" algn="r"/>
                        </a:tabLst>
                      </a:pPr>
                      <a:r>
                        <a:rPr lang="en-AU" sz="500">
                          <a:effectLst/>
                        </a:rPr>
                        <a:t>3</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Border Firewall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Palo Alto border firewalls ensures only allowed traffic from SaaS providers can be routed through to MW Azure tenancy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645536650"/>
                  </a:ext>
                </a:extLst>
              </a:tr>
              <a:tr h="349835">
                <a:tc>
                  <a:txBody>
                    <a:bodyPr/>
                    <a:lstStyle/>
                    <a:p>
                      <a:pPr>
                        <a:spcBef>
                          <a:spcPts val="600"/>
                        </a:spcBef>
                        <a:spcAft>
                          <a:spcPts val="1000"/>
                        </a:spcAft>
                        <a:buNone/>
                        <a:tabLst>
                          <a:tab pos="6120130" algn="r"/>
                        </a:tabLst>
                      </a:pPr>
                      <a:r>
                        <a:rPr lang="en-AU" sz="500">
                          <a:effectLst/>
                        </a:rPr>
                        <a:t>4</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Cisco Umbrella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Cisco Umbrella control the outbound web traffic by ensuring private ips are converted to public before exposed to internet application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1248615013"/>
                  </a:ext>
                </a:extLst>
              </a:tr>
              <a:tr h="349835">
                <a:tc>
                  <a:txBody>
                    <a:bodyPr/>
                    <a:lstStyle/>
                    <a:p>
                      <a:pPr>
                        <a:spcBef>
                          <a:spcPts val="600"/>
                        </a:spcBef>
                        <a:spcAft>
                          <a:spcPts val="1000"/>
                        </a:spcAft>
                        <a:buNone/>
                        <a:tabLst>
                          <a:tab pos="6120130" algn="r"/>
                        </a:tabLst>
                      </a:pPr>
                      <a:r>
                        <a:rPr lang="en-AU" sz="500">
                          <a:effectLst/>
                        </a:rPr>
                        <a:t>5</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Cloudflare</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Cloudflare will be leveraged as WAF (Web application firewall) and also DNS resolver in this flow for all incoming traffic from SaaS applications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350083655"/>
                  </a:ext>
                </a:extLst>
              </a:tr>
              <a:tr h="349835">
                <a:tc>
                  <a:txBody>
                    <a:bodyPr/>
                    <a:lstStyle/>
                    <a:p>
                      <a:pPr>
                        <a:spcBef>
                          <a:spcPts val="600"/>
                        </a:spcBef>
                        <a:spcAft>
                          <a:spcPts val="1000"/>
                        </a:spcAft>
                        <a:buNone/>
                        <a:tabLst>
                          <a:tab pos="6120130" algn="r"/>
                        </a:tabLst>
                      </a:pPr>
                      <a:r>
                        <a:rPr lang="en-AU" sz="500">
                          <a:effectLst/>
                        </a:rPr>
                        <a:t>6</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Melbourne Water SaaS apps</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All emerging and future cloud apps such as HR, Finance one will leverage this flow until the strategic cloud perimeter is in place</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664147176"/>
                  </a:ext>
                </a:extLst>
              </a:tr>
              <a:tr h="349835">
                <a:tc>
                  <a:txBody>
                    <a:bodyPr/>
                    <a:lstStyle/>
                    <a:p>
                      <a:pPr>
                        <a:spcBef>
                          <a:spcPts val="600"/>
                        </a:spcBef>
                        <a:spcAft>
                          <a:spcPts val="1000"/>
                        </a:spcAft>
                        <a:buNone/>
                        <a:tabLst>
                          <a:tab pos="6120130" algn="r"/>
                        </a:tabLst>
                      </a:pPr>
                      <a:r>
                        <a:rPr lang="en-AU" sz="500">
                          <a:effectLst/>
                        </a:rPr>
                        <a:t>7</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Azure express route</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Existing Azure express route will provide private peering and also any outbound traffic controls until the cloud perimeter is established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893497853"/>
                  </a:ext>
                </a:extLst>
              </a:tr>
              <a:tr h="597749">
                <a:tc>
                  <a:txBody>
                    <a:bodyPr/>
                    <a:lstStyle/>
                    <a:p>
                      <a:pPr>
                        <a:spcBef>
                          <a:spcPts val="600"/>
                        </a:spcBef>
                        <a:spcAft>
                          <a:spcPts val="1000"/>
                        </a:spcAft>
                        <a:buNone/>
                        <a:tabLst>
                          <a:tab pos="6120130" algn="r"/>
                        </a:tabLst>
                      </a:pPr>
                      <a:r>
                        <a:rPr lang="en-AU" sz="500">
                          <a:effectLst/>
                        </a:rPr>
                        <a:t>8</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Melbourne Water Azure tenancy</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tc>
                  <a:txBody>
                    <a:bodyPr/>
                    <a:lstStyle/>
                    <a:p>
                      <a:pPr>
                        <a:spcBef>
                          <a:spcPts val="600"/>
                        </a:spcBef>
                        <a:spcAft>
                          <a:spcPts val="1000"/>
                        </a:spcAft>
                        <a:buNone/>
                        <a:tabLst>
                          <a:tab pos="6120130" algn="r"/>
                        </a:tabLst>
                      </a:pPr>
                      <a:r>
                        <a:rPr lang="en-AU" sz="500">
                          <a:effectLst/>
                        </a:rPr>
                        <a:t>Internet access is blocked for Melbourne Water Azure tenancy until the strategic cloud perimeter is fully established , thus all traffic (Inbound/outbound) will be transversed over security controls established within Melbourne Water datacentres </a:t>
                      </a:r>
                      <a:endParaRPr lang="en-AU" sz="500">
                        <a:solidFill>
                          <a:srgbClr val="231F20"/>
                        </a:solidFill>
                        <a:effectLst/>
                        <a:latin typeface="Verdana" panose="020B0604030504040204" pitchFamily="34" charset="0"/>
                        <a:ea typeface="Times New Roman" panose="02020603050405020304" pitchFamily="18" charset="0"/>
                        <a:cs typeface="Times New Roman" panose="02020603050405020304" pitchFamily="18" charset="0"/>
                      </a:endParaRPr>
                    </a:p>
                  </a:txBody>
                  <a:tcPr marL="29268" marR="29268" marT="9641" marB="9641"/>
                </a:tc>
                <a:extLst>
                  <a:ext uri="{0D108BD9-81ED-4DB2-BD59-A6C34878D82A}">
                    <a16:rowId xmlns:a16="http://schemas.microsoft.com/office/drawing/2014/main" val="3907988835"/>
                  </a:ext>
                </a:extLst>
              </a:tr>
            </a:tbl>
          </a:graphicData>
        </a:graphic>
      </p:graphicFrame>
    </p:spTree>
    <p:extLst>
      <p:ext uri="{BB962C8B-B14F-4D97-AF65-F5344CB8AC3E}">
        <p14:creationId xmlns:p14="http://schemas.microsoft.com/office/powerpoint/2010/main" val="676446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87D2-568A-5BEC-BEE6-5949A4A7DA53}"/>
              </a:ext>
            </a:extLst>
          </p:cNvPr>
          <p:cNvSpPr>
            <a:spLocks noGrp="1"/>
          </p:cNvSpPr>
          <p:nvPr>
            <p:ph type="title"/>
          </p:nvPr>
        </p:nvSpPr>
        <p:spPr>
          <a:xfrm>
            <a:off x="110400" y="72251"/>
            <a:ext cx="7704000" cy="648000"/>
          </a:xfrm>
        </p:spPr>
        <p:txBody>
          <a:bodyPr/>
          <a:lstStyle/>
          <a:p>
            <a:r>
              <a:rPr lang="en-AU" sz="1600">
                <a:latin typeface="Calibri" panose="020F0502020204030204" pitchFamily="34" charset="0"/>
                <a:ea typeface="Calibri" panose="020F0502020204030204" pitchFamily="34" charset="0"/>
                <a:cs typeface="Calibri" panose="020F0502020204030204" pitchFamily="34" charset="0"/>
              </a:rPr>
              <a:t>Existing workload of AIS</a:t>
            </a:r>
          </a:p>
        </p:txBody>
      </p:sp>
      <p:sp>
        <p:nvSpPr>
          <p:cNvPr id="4" name="Footer Placeholder 3">
            <a:extLst>
              <a:ext uri="{FF2B5EF4-FFF2-40B4-BE49-F238E27FC236}">
                <a16:creationId xmlns:a16="http://schemas.microsoft.com/office/drawing/2014/main" id="{E16A3EC0-F30E-8048-3D6E-4C5C400839AD}"/>
              </a:ext>
            </a:extLst>
          </p:cNvPr>
          <p:cNvSpPr>
            <a:spLocks noGrp="1"/>
          </p:cNvSpPr>
          <p:nvPr>
            <p:ph type="ftr" sz="quarter" idx="11"/>
          </p:nvPr>
        </p:nvSpPr>
        <p:spPr/>
        <p:txBody>
          <a:bodyPr/>
          <a:lstStyle/>
          <a:p>
            <a:pPr algn="l"/>
            <a:r>
              <a:rPr lang="en-AU"/>
              <a:t>Melbourne Water Information Technology and Management</a:t>
            </a:r>
          </a:p>
        </p:txBody>
      </p:sp>
      <p:sp>
        <p:nvSpPr>
          <p:cNvPr id="5" name="Slide Number Placeholder 4">
            <a:extLst>
              <a:ext uri="{FF2B5EF4-FFF2-40B4-BE49-F238E27FC236}">
                <a16:creationId xmlns:a16="http://schemas.microsoft.com/office/drawing/2014/main" id="{7156FC3D-F8FD-6886-344A-9B5717A6A8B5}"/>
              </a:ext>
            </a:extLst>
          </p:cNvPr>
          <p:cNvSpPr>
            <a:spLocks noGrp="1"/>
          </p:cNvSpPr>
          <p:nvPr>
            <p:ph type="sldNum" sz="quarter" idx="12"/>
          </p:nvPr>
        </p:nvSpPr>
        <p:spPr/>
        <p:txBody>
          <a:bodyPr/>
          <a:lstStyle/>
          <a:p>
            <a:fld id="{BB1C4F31-AAC3-416A-A54A-167287B4272A}" type="slidenum">
              <a:rPr lang="en-AU" smtClean="0"/>
              <a:pPr/>
              <a:t>9</a:t>
            </a:fld>
            <a:endParaRPr lang="en-AU"/>
          </a:p>
        </p:txBody>
      </p:sp>
      <p:graphicFrame>
        <p:nvGraphicFramePr>
          <p:cNvPr id="9" name="Table 8">
            <a:extLst>
              <a:ext uri="{FF2B5EF4-FFF2-40B4-BE49-F238E27FC236}">
                <a16:creationId xmlns:a16="http://schemas.microsoft.com/office/drawing/2014/main" id="{D5FDB8DC-EDB0-75E2-1AED-DA6117E76F62}"/>
              </a:ext>
            </a:extLst>
          </p:cNvPr>
          <p:cNvGraphicFramePr>
            <a:graphicFrameLocks noGrp="1"/>
          </p:cNvGraphicFramePr>
          <p:nvPr>
            <p:extLst>
              <p:ext uri="{D42A27DB-BD31-4B8C-83A1-F6EECF244321}">
                <p14:modId xmlns:p14="http://schemas.microsoft.com/office/powerpoint/2010/main" val="938440780"/>
              </p:ext>
            </p:extLst>
          </p:nvPr>
        </p:nvGraphicFramePr>
        <p:xfrm>
          <a:off x="159384" y="994497"/>
          <a:ext cx="8431881" cy="3154506"/>
        </p:xfrm>
        <a:graphic>
          <a:graphicData uri="http://schemas.openxmlformats.org/drawingml/2006/table">
            <a:tbl>
              <a:tblPr firstRow="1" bandRow="1">
                <a:tableStyleId>{3B4B98B0-60AC-42C2-AFA5-B58CD77FA1E5}</a:tableStyleId>
              </a:tblPr>
              <a:tblGrid>
                <a:gridCol w="452096">
                  <a:extLst>
                    <a:ext uri="{9D8B030D-6E8A-4147-A177-3AD203B41FA5}">
                      <a16:colId xmlns:a16="http://schemas.microsoft.com/office/drawing/2014/main" val="3735995795"/>
                    </a:ext>
                  </a:extLst>
                </a:gridCol>
                <a:gridCol w="3803315">
                  <a:extLst>
                    <a:ext uri="{9D8B030D-6E8A-4147-A177-3AD203B41FA5}">
                      <a16:colId xmlns:a16="http://schemas.microsoft.com/office/drawing/2014/main" val="1011836750"/>
                    </a:ext>
                  </a:extLst>
                </a:gridCol>
                <a:gridCol w="1187645">
                  <a:extLst>
                    <a:ext uri="{9D8B030D-6E8A-4147-A177-3AD203B41FA5}">
                      <a16:colId xmlns:a16="http://schemas.microsoft.com/office/drawing/2014/main" val="1374809623"/>
                    </a:ext>
                  </a:extLst>
                </a:gridCol>
                <a:gridCol w="1708539">
                  <a:extLst>
                    <a:ext uri="{9D8B030D-6E8A-4147-A177-3AD203B41FA5}">
                      <a16:colId xmlns:a16="http://schemas.microsoft.com/office/drawing/2014/main" val="812403649"/>
                    </a:ext>
                  </a:extLst>
                </a:gridCol>
                <a:gridCol w="352315">
                  <a:extLst>
                    <a:ext uri="{9D8B030D-6E8A-4147-A177-3AD203B41FA5}">
                      <a16:colId xmlns:a16="http://schemas.microsoft.com/office/drawing/2014/main" val="551113024"/>
                    </a:ext>
                  </a:extLst>
                </a:gridCol>
                <a:gridCol w="927971">
                  <a:extLst>
                    <a:ext uri="{9D8B030D-6E8A-4147-A177-3AD203B41FA5}">
                      <a16:colId xmlns:a16="http://schemas.microsoft.com/office/drawing/2014/main" val="3236984329"/>
                    </a:ext>
                  </a:extLst>
                </a:gridCol>
              </a:tblGrid>
              <a:tr h="137471">
                <a:tc>
                  <a:txBody>
                    <a:bodyPr/>
                    <a:lstStyle/>
                    <a:p>
                      <a:pPr marL="0" marR="0" lvl="0" indent="0" algn="l" defTabSz="685800" rtl="0" eaLnBrk="1" fontAlgn="t" latinLnBrk="0" hangingPunct="1">
                        <a:lnSpc>
                          <a:spcPct val="100000"/>
                        </a:lnSpc>
                        <a:spcBef>
                          <a:spcPts val="0"/>
                        </a:spcBef>
                        <a:spcAft>
                          <a:spcPts val="0"/>
                        </a:spcAft>
                        <a:buClrTx/>
                        <a:buSzTx/>
                        <a:buFontTx/>
                        <a:buNone/>
                        <a:tabLst/>
                        <a:defRPr/>
                      </a:pPr>
                      <a:r>
                        <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S.No</a:t>
                      </a:r>
                    </a:p>
                    <a:p>
                      <a:pPr algn="l" fontAlgn="t">
                        <a:buNone/>
                      </a:pP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Integration Description</a:t>
                      </a:r>
                      <a:endParaRPr lang="en-AU" sz="750" b="1" i="0" u="none" strike="noStrike">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Source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Destination System</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Status</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tc>
                  <a:txBody>
                    <a:bodyPr/>
                    <a:lstStyle/>
                    <a:p>
                      <a:pPr algn="l" fontAlgn="t">
                        <a:buNone/>
                      </a:pPr>
                      <a:r>
                        <a:rPr lang="en-AU" sz="750" u="none" strike="noStrike">
                          <a:effectLst/>
                          <a:latin typeface="Calibri" panose="020F0502020204030204" pitchFamily="34" charset="0"/>
                          <a:ea typeface="Calibri" panose="020F0502020204030204" pitchFamily="34" charset="0"/>
                          <a:cs typeface="Calibri" panose="020F0502020204030204" pitchFamily="34" charset="0"/>
                        </a:rPr>
                        <a:t>Type</a:t>
                      </a:r>
                      <a:endParaRPr lang="en-AU" sz="7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464" marR="2464" marT="2464" marB="0"/>
                </a:tc>
                <a:extLst>
                  <a:ext uri="{0D108BD9-81ED-4DB2-BD59-A6C34878D82A}">
                    <a16:rowId xmlns:a16="http://schemas.microsoft.com/office/drawing/2014/main" val="2831974438"/>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 files from eCloud to TechOne system</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eCloud</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374003396"/>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2</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files between the TechOne SFTP server and the ExpenseMe Pro SFTP server.</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ExpenseMe Pro</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1077133547"/>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3</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claim files between the ExpenseMe Pro SFTP server and the TechOne SFTP server</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ExpenseMe Pro</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34966830"/>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files between the ExpenseMe Pro SFTP server and the Westpac SFTP server.</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ExpenseMe Pro</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WestPac</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2883080285"/>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5</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files between NAB and Techone SFTP server</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NAB (Copies to Ais SFTP)</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4280556601"/>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6</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files between TechOne SFTP and NAB SFTP server</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NAB </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2328092487"/>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7</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log files from TechOne to AIS Sentinel</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AIS Log Analytics</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Rest API</a:t>
                      </a:r>
                    </a:p>
                  </a:txBody>
                  <a:tcPr marL="6350" marR="6350" marT="6350" marB="0"/>
                </a:tc>
                <a:extLst>
                  <a:ext uri="{0D108BD9-81ED-4DB2-BD59-A6C34878D82A}">
                    <a16:rowId xmlns:a16="http://schemas.microsoft.com/office/drawing/2014/main" val="3641818293"/>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8</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Transfers files from TechOne to VAGO</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VAGO</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3043259683"/>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9</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Transfer files from TechOne to WestPac</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WestPac</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a:t>
                      </a:r>
                    </a:p>
                  </a:txBody>
                  <a:tcPr marL="6350" marR="6350" marT="6350" marB="0"/>
                </a:tc>
                <a:extLst>
                  <a:ext uri="{0D108BD9-81ED-4DB2-BD59-A6C34878D82A}">
                    <a16:rowId xmlns:a16="http://schemas.microsoft.com/office/drawing/2014/main" val="425027793"/>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10</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Pega-configured Microsoft 365 mailboxes, ingests emails and attachments into a SharePoint document library, and forwards processed mail to a target mailbox with embedded SharePoint links.</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Microsoft 365 Mailboxes</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SharePoint + Microsoft 365 Mailbox</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Message + File Transfer</a:t>
                      </a:r>
                    </a:p>
                  </a:txBody>
                  <a:tcPr marL="6350" marR="6350" marT="6350" marB="0"/>
                </a:tc>
                <a:extLst>
                  <a:ext uri="{0D108BD9-81ED-4DB2-BD59-A6C34878D82A}">
                    <a16:rowId xmlns:a16="http://schemas.microsoft.com/office/drawing/2014/main" val="3845350371"/>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11</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Exposes Enablon (EnableOn) data export operations as a managed SOAP API to external integrators (enableon product).</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EnableOn</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Azure Blob (Consumed by Datalake)</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API</a:t>
                      </a:r>
                    </a:p>
                  </a:txBody>
                  <a:tcPr marL="6350" marR="6350" marT="6350" marB="0"/>
                </a:tc>
                <a:extLst>
                  <a:ext uri="{0D108BD9-81ED-4DB2-BD59-A6C34878D82A}">
                    <a16:rowId xmlns:a16="http://schemas.microsoft.com/office/drawing/2014/main" val="352910629"/>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12</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Imports TechOne Data (Master/ Transactional) to Altus</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Altus</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 API</a:t>
                      </a:r>
                    </a:p>
                  </a:txBody>
                  <a:tcPr marL="6350" marR="6350" marT="6350" marB="0"/>
                </a:tc>
                <a:extLst>
                  <a:ext uri="{0D108BD9-81ED-4DB2-BD59-A6C34878D82A}">
                    <a16:rowId xmlns:a16="http://schemas.microsoft.com/office/drawing/2014/main" val="1887673521"/>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13</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Exports Altus Data to TechOne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Project Online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TechOne</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 API</a:t>
                      </a:r>
                    </a:p>
                  </a:txBody>
                  <a:tcPr marL="6350" marR="6350" marT="6350" marB="0"/>
                </a:tc>
                <a:extLst>
                  <a:ext uri="{0D108BD9-81ED-4DB2-BD59-A6C34878D82A}">
                    <a16:rowId xmlns:a16="http://schemas.microsoft.com/office/drawing/2014/main" val="153614480"/>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14</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Imports Maximo Data to Altus</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Maximo</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Altus</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Transfer/ API</a:t>
                      </a:r>
                    </a:p>
                  </a:txBody>
                  <a:tcPr marL="6350" marR="6350" marT="6350" marB="0"/>
                </a:tc>
                <a:extLst>
                  <a:ext uri="{0D108BD9-81ED-4DB2-BD59-A6C34878D82A}">
                    <a16:rowId xmlns:a16="http://schemas.microsoft.com/office/drawing/2014/main" val="4061507002"/>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15</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Exports Altus Data to MAXIMO</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Project Online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Maximo</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 API</a:t>
                      </a:r>
                    </a:p>
                  </a:txBody>
                  <a:tcPr marL="6350" marR="6350" marT="6350" marB="0"/>
                </a:tc>
                <a:extLst>
                  <a:ext uri="{0D108BD9-81ED-4DB2-BD59-A6C34878D82A}">
                    <a16:rowId xmlns:a16="http://schemas.microsoft.com/office/drawing/2014/main" val="4146870640"/>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16</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Updates the Inflo Url generated by Inflo back to Altus Projects</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Inflo</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Altus</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 API</a:t>
                      </a:r>
                    </a:p>
                  </a:txBody>
                  <a:tcPr marL="6350" marR="6350" marT="6350" marB="0"/>
                </a:tc>
                <a:extLst>
                  <a:ext uri="{0D108BD9-81ED-4DB2-BD59-A6C34878D82A}">
                    <a16:rowId xmlns:a16="http://schemas.microsoft.com/office/drawing/2014/main" val="177146744"/>
                  </a:ext>
                </a:extLst>
              </a:tr>
              <a:tr h="137471">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17</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Exports Altus Data to Inflo (Projects with missing InfloUrl)</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Project Online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Inflo</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File Transfe/ API</a:t>
                      </a:r>
                    </a:p>
                  </a:txBody>
                  <a:tcPr marL="6350" marR="6350" marT="6350" marB="0"/>
                </a:tc>
                <a:extLst>
                  <a:ext uri="{0D108BD9-81ED-4DB2-BD59-A6C34878D82A}">
                    <a16:rowId xmlns:a16="http://schemas.microsoft.com/office/drawing/2014/main" val="4115643262"/>
                  </a:ext>
                </a:extLst>
              </a:tr>
              <a:tr h="132665">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18</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Pushes Project details to ESRI</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Project Online</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ESRI</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PROD</a:t>
                      </a:r>
                    </a:p>
                  </a:txBody>
                  <a:tcPr marL="6350" marR="6350" marT="6350" marB="0" anchor="ctr"/>
                </a:tc>
                <a:tc>
                  <a:txBody>
                    <a:bodyPr/>
                    <a:lstStyle/>
                    <a:p>
                      <a:pPr algn="l" fontAlgn="t">
                        <a:buNone/>
                      </a:pPr>
                      <a:r>
                        <a:rPr lang="en-AU" sz="750" b="0" i="0" u="none" strike="noStrike">
                          <a:solidFill>
                            <a:srgbClr val="000000"/>
                          </a:solidFill>
                          <a:effectLst/>
                          <a:latin typeface="Calibri" panose="020F0502020204030204" pitchFamily="34" charset="0"/>
                        </a:rPr>
                        <a:t>API</a:t>
                      </a:r>
                    </a:p>
                  </a:txBody>
                  <a:tcPr marL="6350" marR="6350" marT="6350" marB="0"/>
                </a:tc>
                <a:extLst>
                  <a:ext uri="{0D108BD9-81ED-4DB2-BD59-A6C34878D82A}">
                    <a16:rowId xmlns:a16="http://schemas.microsoft.com/office/drawing/2014/main" val="1524456076"/>
                  </a:ext>
                </a:extLst>
              </a:tr>
              <a:tr h="144512">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19</a:t>
                      </a:r>
                    </a:p>
                  </a:txBody>
                  <a:tcPr marL="6350" marR="6350" marT="6350" marB="0"/>
                </a:tc>
                <a:tc>
                  <a:txBody>
                    <a:bodyPr/>
                    <a:lstStyle/>
                    <a:p>
                      <a:pPr algn="l" fontAlgn="t">
                        <a:buNone/>
                      </a:pPr>
                      <a:r>
                        <a:rPr lang="en-AU" sz="750" b="0" i="0" u="none" strike="noStrike">
                          <a:solidFill>
                            <a:srgbClr val="000000"/>
                          </a:solidFill>
                          <a:effectLst/>
                          <a:latin typeface="Calibri" panose="020F0502020204030204" pitchFamily="34" charset="0"/>
                        </a:rPr>
                        <a:t>Update status details to ESRI</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Pega</a:t>
                      </a:r>
                    </a:p>
                  </a:txBody>
                  <a:tcPr marL="6350" marR="6350" marT="6350" marB="0"/>
                </a:tc>
                <a:tc>
                  <a:txBody>
                    <a:bodyPr/>
                    <a:lstStyle/>
                    <a:p>
                      <a:pPr algn="l" fontAlgn="t">
                        <a:buNone/>
                      </a:pPr>
                      <a:r>
                        <a:rPr lang="en-AU" sz="750" b="0" i="0" u="none" strike="noStrike" kern="1200">
                          <a:solidFill>
                            <a:srgbClr val="000000"/>
                          </a:solidFill>
                          <a:effectLst/>
                          <a:latin typeface="Calibri" panose="020F0502020204030204" pitchFamily="34" charset="0"/>
                          <a:ea typeface="+mn-ea"/>
                          <a:cs typeface="+mn-cs"/>
                        </a:rPr>
                        <a:t>ESRI</a:t>
                      </a:r>
                    </a:p>
                  </a:txBody>
                  <a:tcPr marL="6350" marR="6350" marT="6350" marB="0"/>
                </a:tc>
                <a:tc>
                  <a:txBody>
                    <a:bodyPr/>
                    <a:lstStyle/>
                    <a:p>
                      <a:pPr marL="0" algn="ctr" defTabSz="685800" rtl="0" eaLnBrk="1" fontAlgn="t" latinLnBrk="0" hangingPunct="1">
                        <a:buNone/>
                      </a:pPr>
                      <a:r>
                        <a:rPr lang="en-AU" sz="750" b="0" i="0" u="none" strike="noStrike" kern="1200">
                          <a:solidFill>
                            <a:srgbClr val="000000"/>
                          </a:solidFill>
                          <a:effectLst/>
                          <a:latin typeface="Calibri" panose="020F0502020204030204" pitchFamily="34" charset="0"/>
                          <a:ea typeface="+mn-ea"/>
                          <a:cs typeface="+mn-cs"/>
                        </a:rPr>
                        <a:t>Design</a:t>
                      </a:r>
                    </a:p>
                  </a:txBody>
                  <a:tcPr marL="6350" marR="6350" marT="6350" marB="0" anchor="ctr"/>
                </a:tc>
                <a:tc>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endParaRPr lang="en-AU" sz="750" b="0" i="0" u="none" strike="noStrike" kern="1200">
                        <a:solidFill>
                          <a:srgbClr val="000000"/>
                        </a:solidFill>
                        <a:effectLst/>
                        <a:latin typeface="Calibri" panose="020F0502020204030204" pitchFamily="34" charset="0"/>
                        <a:ea typeface="+mn-ea"/>
                        <a:cs typeface="+mn-cs"/>
                      </a:endParaRPr>
                    </a:p>
                  </a:txBody>
                  <a:tcPr marL="6350" marR="6350" marT="6350" marB="0" anchor="ctr"/>
                </a:tc>
                <a:extLst>
                  <a:ext uri="{0D108BD9-81ED-4DB2-BD59-A6C34878D82A}">
                    <a16:rowId xmlns:a16="http://schemas.microsoft.com/office/drawing/2014/main" val="2014914766"/>
                  </a:ext>
                </a:extLst>
              </a:tr>
            </a:tbl>
          </a:graphicData>
        </a:graphic>
      </p:graphicFrame>
      <p:sp>
        <p:nvSpPr>
          <p:cNvPr id="10" name="TextBox 9">
            <a:extLst>
              <a:ext uri="{FF2B5EF4-FFF2-40B4-BE49-F238E27FC236}">
                <a16:creationId xmlns:a16="http://schemas.microsoft.com/office/drawing/2014/main" id="{EDD9E6B4-75F3-FCC4-BA71-6EA06F9DBEF9}"/>
              </a:ext>
            </a:extLst>
          </p:cNvPr>
          <p:cNvSpPr txBox="1"/>
          <p:nvPr/>
        </p:nvSpPr>
        <p:spPr>
          <a:xfrm>
            <a:off x="110400" y="4292444"/>
            <a:ext cx="7047851" cy="230832"/>
          </a:xfrm>
          <a:prstGeom prst="rect">
            <a:avLst/>
          </a:prstGeom>
          <a:noFill/>
        </p:spPr>
        <p:txBody>
          <a:bodyPr wrap="square" rtlCol="0">
            <a:spAutoFit/>
          </a:bodyPr>
          <a:lstStyle/>
          <a:p>
            <a:r>
              <a:rPr lang="en-AU" sz="900" b="1" i="1">
                <a:latin typeface="Calibri" panose="020F0502020204030204" pitchFamily="34" charset="0"/>
                <a:ea typeface="Calibri" panose="020F0502020204030204" pitchFamily="34" charset="0"/>
                <a:cs typeface="Calibri" panose="020F0502020204030204" pitchFamily="34" charset="0"/>
              </a:rPr>
              <a:t>Note: All these integrations is using on-premise security perimeter to route the ingress and egress traffic</a:t>
            </a:r>
          </a:p>
        </p:txBody>
      </p:sp>
    </p:spTree>
    <p:extLst>
      <p:ext uri="{BB962C8B-B14F-4D97-AF65-F5344CB8AC3E}">
        <p14:creationId xmlns:p14="http://schemas.microsoft.com/office/powerpoint/2010/main" val="3878692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27E4-A75A-4C94-83B7-722987659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5F71A-7236-D749-E1C9-6F5C00F3ADE8}"/>
              </a:ext>
            </a:extLst>
          </p:cNvPr>
          <p:cNvSpPr>
            <a:spLocks noGrp="1"/>
          </p:cNvSpPr>
          <p:nvPr>
            <p:ph type="title"/>
          </p:nvPr>
        </p:nvSpPr>
        <p:spPr>
          <a:xfrm>
            <a:off x="103909" y="123273"/>
            <a:ext cx="7704000" cy="648000"/>
          </a:xfrm>
        </p:spPr>
        <p:txBody>
          <a:bodyPr/>
          <a:lstStyle/>
          <a:p>
            <a:r>
              <a:rPr lang="en-US" sz="1600">
                <a:latin typeface="Calibri" panose="020F0502020204030204" pitchFamily="34" charset="0"/>
                <a:ea typeface="Calibri" panose="020F0502020204030204" pitchFamily="34" charset="0"/>
                <a:cs typeface="Calibri" panose="020F0502020204030204" pitchFamily="34" charset="0"/>
              </a:rPr>
              <a:t>Brainstorming of options: Biztalk Upgrade to 2020</a:t>
            </a:r>
            <a:endParaRPr lang="en-AU" sz="1600">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3DEA8E02-A0FC-6BE2-A13B-9DB09E9C849B}"/>
              </a:ext>
            </a:extLst>
          </p:cNvPr>
          <p:cNvSpPr>
            <a:spLocks noGrp="1"/>
          </p:cNvSpPr>
          <p:nvPr>
            <p:ph type="ftr" sz="quarter" idx="11"/>
          </p:nvPr>
        </p:nvSpPr>
        <p:spPr>
          <a:xfrm>
            <a:off x="161008" y="4909249"/>
            <a:ext cx="3086100" cy="162000"/>
          </a:xfrm>
        </p:spPr>
        <p:txBody>
          <a:bodyPr/>
          <a:lstStyle/>
          <a:p>
            <a:pPr algn="l"/>
            <a:r>
              <a:rPr lang="en-AU"/>
              <a:t>Melbourne Water Information Technology and Management</a:t>
            </a:r>
          </a:p>
        </p:txBody>
      </p:sp>
      <p:sp>
        <p:nvSpPr>
          <p:cNvPr id="5" name="Slide Number Placeholder 4">
            <a:extLst>
              <a:ext uri="{FF2B5EF4-FFF2-40B4-BE49-F238E27FC236}">
                <a16:creationId xmlns:a16="http://schemas.microsoft.com/office/drawing/2014/main" id="{B951F336-0EF0-8391-E392-96B3E9C773E3}"/>
              </a:ext>
            </a:extLst>
          </p:cNvPr>
          <p:cNvSpPr>
            <a:spLocks noGrp="1"/>
          </p:cNvSpPr>
          <p:nvPr>
            <p:ph type="sldNum" sz="quarter" idx="12"/>
          </p:nvPr>
        </p:nvSpPr>
        <p:spPr/>
        <p:txBody>
          <a:bodyPr/>
          <a:lstStyle/>
          <a:p>
            <a:fld id="{BB1C4F31-AAC3-416A-A54A-167287B4272A}" type="slidenum">
              <a:rPr lang="en-AU" smtClean="0"/>
              <a:pPr/>
              <a:t>10</a:t>
            </a:fld>
            <a:endParaRPr lang="en-AU"/>
          </a:p>
        </p:txBody>
      </p:sp>
      <p:graphicFrame>
        <p:nvGraphicFramePr>
          <p:cNvPr id="6" name="Table 5">
            <a:extLst>
              <a:ext uri="{FF2B5EF4-FFF2-40B4-BE49-F238E27FC236}">
                <a16:creationId xmlns:a16="http://schemas.microsoft.com/office/drawing/2014/main" id="{DA663229-4BDE-7406-0D61-C6A03E7C3923}"/>
              </a:ext>
            </a:extLst>
          </p:cNvPr>
          <p:cNvGraphicFramePr>
            <a:graphicFrameLocks noGrp="1"/>
          </p:cNvGraphicFramePr>
          <p:nvPr>
            <p:extLst>
              <p:ext uri="{D42A27DB-BD31-4B8C-83A1-F6EECF244321}">
                <p14:modId xmlns:p14="http://schemas.microsoft.com/office/powerpoint/2010/main" val="2087501567"/>
              </p:ext>
            </p:extLst>
          </p:nvPr>
        </p:nvGraphicFramePr>
        <p:xfrm>
          <a:off x="103909" y="823428"/>
          <a:ext cx="8849260" cy="4002110"/>
        </p:xfrm>
        <a:graphic>
          <a:graphicData uri="http://schemas.openxmlformats.org/drawingml/2006/table">
            <a:tbl>
              <a:tblPr firstRow="1" bandRow="1">
                <a:tableStyleId>{5C22544A-7EE6-4342-B048-85BDC9FD1C3A}</a:tableStyleId>
              </a:tblPr>
              <a:tblGrid>
                <a:gridCol w="1311423">
                  <a:extLst>
                    <a:ext uri="{9D8B030D-6E8A-4147-A177-3AD203B41FA5}">
                      <a16:colId xmlns:a16="http://schemas.microsoft.com/office/drawing/2014/main" val="2712864474"/>
                    </a:ext>
                  </a:extLst>
                </a:gridCol>
                <a:gridCol w="7537837">
                  <a:extLst>
                    <a:ext uri="{9D8B030D-6E8A-4147-A177-3AD203B41FA5}">
                      <a16:colId xmlns:a16="http://schemas.microsoft.com/office/drawing/2014/main" val="1424384956"/>
                    </a:ext>
                  </a:extLst>
                </a:gridCol>
              </a:tblGrid>
              <a:tr h="377181">
                <a:tc>
                  <a:txBody>
                    <a:bodyPr/>
                    <a:lstStyle/>
                    <a:p>
                      <a:r>
                        <a:rPr lang="en-AU" sz="1000">
                          <a:latin typeface="Calibri" panose="020F0502020204030204" pitchFamily="34" charset="0"/>
                          <a:ea typeface="Calibri" panose="020F0502020204030204" pitchFamily="34" charset="0"/>
                          <a:cs typeface="Calibri" panose="020F0502020204030204" pitchFamily="34" charset="0"/>
                        </a:rPr>
                        <a:t>Solution Options</a:t>
                      </a:r>
                    </a:p>
                  </a:txBody>
                  <a:tcPr/>
                </a:tc>
                <a:tc>
                  <a:txBody>
                    <a:bodyPr/>
                    <a:lstStyle/>
                    <a:p>
                      <a:r>
                        <a:rPr lang="en-AU" sz="1000">
                          <a:latin typeface="Calibri" panose="020F0502020204030204" pitchFamily="34" charset="0"/>
                          <a:ea typeface="Calibri" panose="020F0502020204030204" pitchFamily="34" charset="0"/>
                          <a:cs typeface="Calibri" panose="020F0502020204030204" pitchFamily="34" charset="0"/>
                        </a:rPr>
                        <a:t>Option 1: Upgrade to Biztalk 2020 (as presented in AGA)</a:t>
                      </a:r>
                    </a:p>
                  </a:txBody>
                  <a:tcPr/>
                </a:tc>
                <a:extLst>
                  <a:ext uri="{0D108BD9-81ED-4DB2-BD59-A6C34878D82A}">
                    <a16:rowId xmlns:a16="http://schemas.microsoft.com/office/drawing/2014/main" val="3348439826"/>
                  </a:ext>
                </a:extLst>
              </a:tr>
              <a:tr h="783713">
                <a:tc>
                  <a:txBody>
                    <a:bodyPr/>
                    <a:lstStyle/>
                    <a:p>
                      <a:r>
                        <a:rPr lang="en-AU" sz="900">
                          <a:latin typeface="Calibri" panose="020F0502020204030204" pitchFamily="34" charset="0"/>
                          <a:ea typeface="Calibri" panose="020F0502020204030204" pitchFamily="34" charset="0"/>
                          <a:cs typeface="Calibri" panose="020F0502020204030204" pitchFamily="34" charset="0"/>
                        </a:rPr>
                        <a:t>Architecture Overview</a:t>
                      </a:r>
                    </a:p>
                  </a:txBody>
                  <a:tcPr/>
                </a:tc>
                <a:tc>
                  <a:txBody>
                    <a:bodyPr/>
                    <a:lstStyle/>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Biztalk majorly handle workloads of hybrid (cloud&lt;-&gt; on-premise), cloud to cloud and on-prem based integrations.</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Most of them use legacy-based integration such as SOAP WS, file based, stored procedure-based connection and minimal presence with Rest API.</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Biztalk app resides in on-premise and handle the ingress-egress traffic with on-premise infrastructure.</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Upgrading from Biztalk 2016 to Biztalk 2020 provides enhanced features such as adapter capability for AIS services, API management. </a:t>
                      </a:r>
                    </a:p>
                    <a:p>
                      <a:pPr marL="171450" indent="-171450">
                        <a:buFont typeface="Arial" panose="020B0604020202020204" pitchFamily="34" charset="0"/>
                        <a:buChar char="•"/>
                      </a:pPr>
                      <a:r>
                        <a:rPr lang="en-AU" sz="900" kern="1200">
                          <a:solidFill>
                            <a:schemeClr val="dk1"/>
                          </a:solidFill>
                          <a:latin typeface="Calibri" panose="020F0502020204030204" pitchFamily="34" charset="0"/>
                          <a:cs typeface="Calibri" panose="020F0502020204030204" pitchFamily="34" charset="0"/>
                        </a:rPr>
                        <a:t>Adopting these modern mechanisms for new initiatives establishes a forward-compatible foundation and accelerates the eventual migration to AIS.</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kern="1200">
                          <a:solidFill>
                            <a:schemeClr val="dk1"/>
                          </a:solidFill>
                          <a:latin typeface="Calibri" panose="020F0502020204030204" pitchFamily="34" charset="0"/>
                          <a:ea typeface="+mn-ea"/>
                          <a:cs typeface="Calibri" panose="020F0502020204030204" pitchFamily="34" charset="0"/>
                        </a:rPr>
                        <a:t>With BizTalk 2020 supported through 2030, the platform provides a structured runway to progressively transition integration workloads to AIS while maintaining stability and continuity for critical on-premises operations.</a:t>
                      </a:r>
                    </a:p>
                  </a:txBody>
                  <a:tcPr/>
                </a:tc>
                <a:extLst>
                  <a:ext uri="{0D108BD9-81ED-4DB2-BD59-A6C34878D82A}">
                    <a16:rowId xmlns:a16="http://schemas.microsoft.com/office/drawing/2014/main" val="1917648972"/>
                  </a:ext>
                </a:extLst>
              </a:tr>
              <a:tr h="241649">
                <a:tc>
                  <a:txBody>
                    <a:bodyPr/>
                    <a:lstStyle/>
                    <a:p>
                      <a:r>
                        <a:rPr lang="en-AU" sz="900">
                          <a:latin typeface="Calibri" panose="020F0502020204030204" pitchFamily="34" charset="0"/>
                          <a:ea typeface="Calibri" panose="020F0502020204030204" pitchFamily="34" charset="0"/>
                          <a:cs typeface="Calibri" panose="020F0502020204030204" pitchFamily="34" charset="0"/>
                        </a:rPr>
                        <a:t>Approach type</a:t>
                      </a:r>
                    </a:p>
                  </a:txBody>
                  <a:tcPr/>
                </a:tc>
                <a:tc>
                  <a:txBody>
                    <a:bodyPr/>
                    <a:lstStyle/>
                    <a:p>
                      <a:r>
                        <a:rPr lang="en-AU" sz="900">
                          <a:latin typeface="Calibri" panose="020F0502020204030204" pitchFamily="34" charset="0"/>
                          <a:ea typeface="Calibri" panose="020F0502020204030204" pitchFamily="34" charset="0"/>
                          <a:cs typeface="Calibri" panose="020F0502020204030204" pitchFamily="34" charset="0"/>
                        </a:rPr>
                        <a:t>Migrate existing integration to BizTalk 2020 server to continue the supportability of Tier 1, 2 and 3 system integrations.</a:t>
                      </a:r>
                    </a:p>
                  </a:txBody>
                  <a:tcPr/>
                </a:tc>
                <a:extLst>
                  <a:ext uri="{0D108BD9-81ED-4DB2-BD59-A6C34878D82A}">
                    <a16:rowId xmlns:a16="http://schemas.microsoft.com/office/drawing/2014/main" val="423196539"/>
                  </a:ext>
                </a:extLst>
              </a:tr>
              <a:tr h="353002">
                <a:tc>
                  <a:txBody>
                    <a:bodyPr/>
                    <a:lstStyle/>
                    <a:p>
                      <a:r>
                        <a:rPr lang="en-AU" sz="900">
                          <a:latin typeface="Calibri" panose="020F0502020204030204" pitchFamily="34" charset="0"/>
                          <a:ea typeface="Calibri" panose="020F0502020204030204" pitchFamily="34" charset="0"/>
                          <a:cs typeface="Calibri" panose="020F0502020204030204" pitchFamily="34" charset="0"/>
                        </a:rPr>
                        <a:t>Pros</a:t>
                      </a:r>
                    </a:p>
                  </a:txBody>
                  <a:tcPr/>
                </a:tc>
                <a:tc>
                  <a:txBody>
                    <a:bodyPr/>
                    <a:lstStyle/>
                    <a:p>
                      <a:pPr marL="171450" indent="-171450">
                        <a:buFont typeface="Arial" panose="020B0604020202020204" pitchFamily="34" charset="0"/>
                        <a:buChar char="•"/>
                      </a:pPr>
                      <a:r>
                        <a:rPr lang="en-AU" sz="900" kern="1200">
                          <a:solidFill>
                            <a:schemeClr val="dk1"/>
                          </a:solidFill>
                          <a:effectLst/>
                          <a:latin typeface="Calibri" panose="020F0502020204030204" pitchFamily="34" charset="0"/>
                          <a:cs typeface="Calibri" panose="020F0502020204030204" pitchFamily="34" charset="0"/>
                        </a:rPr>
                        <a:t>Quickly mitigates end of support risk with minimal disruption.</a:t>
                      </a:r>
                    </a:p>
                    <a:p>
                      <a:pPr marL="171450" indent="-171450">
                        <a:buFont typeface="Arial" panose="020B0604020202020204" pitchFamily="34" charset="0"/>
                        <a:buChar char="•"/>
                      </a:pPr>
                      <a:r>
                        <a:rPr lang="en-AU" sz="90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Continue to support existing integrations while, in parallel, establishing a structured initiative to progressively migrate workloads to Azure Integration Services (AIS). </a:t>
                      </a:r>
                    </a:p>
                    <a:p>
                      <a:pPr marL="171450" indent="-171450">
                        <a:buFont typeface="Arial" panose="020B0604020202020204" pitchFamily="34" charset="0"/>
                        <a:buChar char="•"/>
                      </a:pPr>
                      <a:r>
                        <a:rPr lang="en-AU" sz="90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This approach provides the necessary runway to transition to AIS in a controlled manner. </a:t>
                      </a:r>
                    </a:p>
                    <a:p>
                      <a:pPr marL="171450" indent="-171450">
                        <a:buFont typeface="Arial" panose="020B0604020202020204" pitchFamily="34" charset="0"/>
                        <a:buChar char="•"/>
                      </a:pPr>
                      <a:r>
                        <a:rPr lang="en-AU" sz="90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All future integration initiatives will be evaluated for implementation on AIS; however, where delivery timelines or constraints require alternative solutions, integrations may be implemented on BizTalk 2020 using modern standards, ensuring they remain aligned with the future-state architecture and are migration-ready.</a:t>
                      </a:r>
                    </a:p>
                    <a:p>
                      <a:pPr marL="171450" indent="-171450">
                        <a:buFont typeface="Arial" panose="020B0604020202020204" pitchFamily="34" charset="0"/>
                        <a:buChar char="•"/>
                      </a:pPr>
                      <a:r>
                        <a:rPr lang="en-AU" sz="900" kern="1200">
                          <a:solidFill>
                            <a:schemeClr val="dk1"/>
                          </a:solidFill>
                          <a:effectLst/>
                          <a:latin typeface="Calibri" panose="020F0502020204030204" pitchFamily="34" charset="0"/>
                          <a:ea typeface="Calibri" panose="020F0502020204030204" pitchFamily="34" charset="0"/>
                          <a:cs typeface="Calibri" panose="020F0502020204030204" pitchFamily="34" charset="0"/>
                        </a:rPr>
                        <a:t>As a part of this initiative project to document functional/business requirements and technical low-level design to support the migration of AIS in next phase. This will save the discovery phase for the AIS migration initiative.</a:t>
                      </a:r>
                    </a:p>
                  </a:txBody>
                  <a:tcPr/>
                </a:tc>
                <a:extLst>
                  <a:ext uri="{0D108BD9-81ED-4DB2-BD59-A6C34878D82A}">
                    <a16:rowId xmlns:a16="http://schemas.microsoft.com/office/drawing/2014/main" val="3437741582"/>
                  </a:ext>
                </a:extLst>
              </a:tr>
              <a:tr h="518179">
                <a:tc>
                  <a:txBody>
                    <a:bodyPr/>
                    <a:lstStyle/>
                    <a:p>
                      <a:r>
                        <a:rPr lang="en-AU" sz="900">
                          <a:latin typeface="Calibri" panose="020F0502020204030204" pitchFamily="34" charset="0"/>
                          <a:ea typeface="Calibri" panose="020F0502020204030204" pitchFamily="34" charset="0"/>
                          <a:cs typeface="Calibri" panose="020F0502020204030204" pitchFamily="34" charset="0"/>
                        </a:rPr>
                        <a:t>Cons</a:t>
                      </a:r>
                    </a:p>
                  </a:txBody>
                  <a:tcPr/>
                </a:tc>
                <a:tc>
                  <a:txBody>
                    <a:bodyPr/>
                    <a:lstStyle/>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Continues legacy patterns for existing integrations.</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It is misalignment for cloud first architecture principle especially for cloud-cloud workloads and hybrid workloads (cloud-on-premise).</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Not strategically aligned to use AIS which is replacement for Biztalk.</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Vendor lock in as there is limited skill pool for BizTalk.</a:t>
                      </a:r>
                    </a:p>
                  </a:txBody>
                  <a:tcPr/>
                </a:tc>
                <a:extLst>
                  <a:ext uri="{0D108BD9-81ED-4DB2-BD59-A6C34878D82A}">
                    <a16:rowId xmlns:a16="http://schemas.microsoft.com/office/drawing/2014/main" val="447530815"/>
                  </a:ext>
                </a:extLst>
              </a:tr>
              <a:tr h="353002">
                <a:tc>
                  <a:txBody>
                    <a:bodyPr/>
                    <a:lstStyle/>
                    <a:p>
                      <a:r>
                        <a:rPr lang="en-AU" sz="900">
                          <a:latin typeface="Calibri" panose="020F0502020204030204" pitchFamily="34" charset="0"/>
                          <a:ea typeface="Calibri" panose="020F0502020204030204" pitchFamily="34" charset="0"/>
                          <a:cs typeface="Calibri" panose="020F0502020204030204" pitchFamily="34" charset="0"/>
                        </a:rPr>
                        <a:t>Risks</a:t>
                      </a:r>
                    </a:p>
                  </a:txBody>
                  <a:tcPr/>
                </a:tc>
                <a:tc>
                  <a:txBody>
                    <a:bodyPr/>
                    <a:lstStyle/>
                    <a:p>
                      <a:r>
                        <a:rPr lang="en-AU" sz="900">
                          <a:latin typeface="Calibri" panose="020F0502020204030204" pitchFamily="34" charset="0"/>
                          <a:ea typeface="Calibri" panose="020F0502020204030204" pitchFamily="34" charset="0"/>
                          <a:cs typeface="Calibri" panose="020F0502020204030204" pitchFamily="34" charset="0"/>
                        </a:rPr>
                        <a:t>Biztalk 2020 is tagged as End of life in 2030 (with extended support) this means parallel program to run to migrate to Azure Integration Services in iterative manner. Continue with dual platform risk until migration to AIS is complete.</a:t>
                      </a:r>
                    </a:p>
                  </a:txBody>
                  <a:tcPr/>
                </a:tc>
                <a:extLst>
                  <a:ext uri="{0D108BD9-81ED-4DB2-BD59-A6C34878D82A}">
                    <a16:rowId xmlns:a16="http://schemas.microsoft.com/office/drawing/2014/main" val="4070615634"/>
                  </a:ext>
                </a:extLst>
              </a:tr>
            </a:tbl>
          </a:graphicData>
        </a:graphic>
      </p:graphicFrame>
    </p:spTree>
    <p:extLst>
      <p:ext uri="{BB962C8B-B14F-4D97-AF65-F5344CB8AC3E}">
        <p14:creationId xmlns:p14="http://schemas.microsoft.com/office/powerpoint/2010/main" val="391728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5B07-D892-DC85-57B6-F8B8AAADF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880D6-FEFB-8071-5643-AB1732327211}"/>
              </a:ext>
            </a:extLst>
          </p:cNvPr>
          <p:cNvSpPr>
            <a:spLocks noGrp="1"/>
          </p:cNvSpPr>
          <p:nvPr>
            <p:ph type="title"/>
          </p:nvPr>
        </p:nvSpPr>
        <p:spPr>
          <a:xfrm>
            <a:off x="103909" y="123273"/>
            <a:ext cx="7704000" cy="648000"/>
          </a:xfrm>
        </p:spPr>
        <p:txBody>
          <a:bodyPr/>
          <a:lstStyle/>
          <a:p>
            <a:r>
              <a:rPr lang="en-US" sz="1600">
                <a:latin typeface="Calibri" panose="020F0502020204030204" pitchFamily="34" charset="0"/>
                <a:ea typeface="Calibri" panose="020F0502020204030204" pitchFamily="34" charset="0"/>
                <a:cs typeface="Calibri" panose="020F0502020204030204" pitchFamily="34" charset="0"/>
              </a:rPr>
              <a:t>Brainstorming of options: Migrate to Azure Integration Service</a:t>
            </a:r>
            <a:endParaRPr lang="en-AU" sz="1600">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4E2B7B5D-8D77-9267-D25F-8290105B2655}"/>
              </a:ext>
            </a:extLst>
          </p:cNvPr>
          <p:cNvSpPr>
            <a:spLocks noGrp="1"/>
          </p:cNvSpPr>
          <p:nvPr>
            <p:ph type="ftr" sz="quarter" idx="11"/>
          </p:nvPr>
        </p:nvSpPr>
        <p:spPr>
          <a:xfrm>
            <a:off x="161008" y="4909249"/>
            <a:ext cx="3086100" cy="162000"/>
          </a:xfrm>
        </p:spPr>
        <p:txBody>
          <a:bodyPr/>
          <a:lstStyle/>
          <a:p>
            <a:pPr algn="l"/>
            <a:r>
              <a:rPr lang="en-AU"/>
              <a:t>Melbourne Water Information Technology and Management</a:t>
            </a:r>
          </a:p>
        </p:txBody>
      </p:sp>
      <p:sp>
        <p:nvSpPr>
          <p:cNvPr id="5" name="Slide Number Placeholder 4">
            <a:extLst>
              <a:ext uri="{FF2B5EF4-FFF2-40B4-BE49-F238E27FC236}">
                <a16:creationId xmlns:a16="http://schemas.microsoft.com/office/drawing/2014/main" id="{5A070F50-1F54-8A2A-1CEC-1B8FF27873E5}"/>
              </a:ext>
            </a:extLst>
          </p:cNvPr>
          <p:cNvSpPr>
            <a:spLocks noGrp="1"/>
          </p:cNvSpPr>
          <p:nvPr>
            <p:ph type="sldNum" sz="quarter" idx="12"/>
          </p:nvPr>
        </p:nvSpPr>
        <p:spPr/>
        <p:txBody>
          <a:bodyPr/>
          <a:lstStyle/>
          <a:p>
            <a:fld id="{BB1C4F31-AAC3-416A-A54A-167287B4272A}" type="slidenum">
              <a:rPr lang="en-AU" smtClean="0"/>
              <a:pPr/>
              <a:t>11</a:t>
            </a:fld>
            <a:endParaRPr lang="en-AU"/>
          </a:p>
        </p:txBody>
      </p:sp>
      <p:graphicFrame>
        <p:nvGraphicFramePr>
          <p:cNvPr id="6" name="Table 5">
            <a:extLst>
              <a:ext uri="{FF2B5EF4-FFF2-40B4-BE49-F238E27FC236}">
                <a16:creationId xmlns:a16="http://schemas.microsoft.com/office/drawing/2014/main" id="{FA6380C5-B7A5-7E4C-1E64-40BE980B4CD3}"/>
              </a:ext>
            </a:extLst>
          </p:cNvPr>
          <p:cNvGraphicFramePr>
            <a:graphicFrameLocks noGrp="1"/>
          </p:cNvGraphicFramePr>
          <p:nvPr>
            <p:extLst>
              <p:ext uri="{D42A27DB-BD31-4B8C-83A1-F6EECF244321}">
                <p14:modId xmlns:p14="http://schemas.microsoft.com/office/powerpoint/2010/main" val="790162752"/>
              </p:ext>
            </p:extLst>
          </p:nvPr>
        </p:nvGraphicFramePr>
        <p:xfrm>
          <a:off x="103909" y="700846"/>
          <a:ext cx="8857476" cy="4282440"/>
        </p:xfrm>
        <a:graphic>
          <a:graphicData uri="http://schemas.openxmlformats.org/drawingml/2006/table">
            <a:tbl>
              <a:tblPr firstRow="1" bandRow="1">
                <a:tableStyleId>{5C22544A-7EE6-4342-B048-85BDC9FD1C3A}</a:tableStyleId>
              </a:tblPr>
              <a:tblGrid>
                <a:gridCol w="690418">
                  <a:extLst>
                    <a:ext uri="{9D8B030D-6E8A-4147-A177-3AD203B41FA5}">
                      <a16:colId xmlns:a16="http://schemas.microsoft.com/office/drawing/2014/main" val="2712864474"/>
                    </a:ext>
                  </a:extLst>
                </a:gridCol>
                <a:gridCol w="8167058">
                  <a:extLst>
                    <a:ext uri="{9D8B030D-6E8A-4147-A177-3AD203B41FA5}">
                      <a16:colId xmlns:a16="http://schemas.microsoft.com/office/drawing/2014/main" val="2729517732"/>
                    </a:ext>
                  </a:extLst>
                </a:gridCol>
              </a:tblGrid>
              <a:tr h="372927">
                <a:tc>
                  <a:txBody>
                    <a:bodyPr/>
                    <a:lstStyle/>
                    <a:p>
                      <a:r>
                        <a:rPr lang="en-AU" sz="1000">
                          <a:latin typeface="Calibri" panose="020F0502020204030204" pitchFamily="34" charset="0"/>
                          <a:ea typeface="Calibri" panose="020F0502020204030204" pitchFamily="34" charset="0"/>
                          <a:cs typeface="Calibri" panose="020F0502020204030204" pitchFamily="34" charset="0"/>
                        </a:rPr>
                        <a:t>Solution Options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AU" sz="1000">
                          <a:latin typeface="Calibri" panose="020F0502020204030204" pitchFamily="34" charset="0"/>
                          <a:ea typeface="Calibri" panose="020F0502020204030204" pitchFamily="34" charset="0"/>
                          <a:cs typeface="Calibri" panose="020F0502020204030204" pitchFamily="34" charset="0"/>
                        </a:rPr>
                        <a:t>Strategic Option: Migrate to Azure Integration Service (AIS)</a:t>
                      </a:r>
                    </a:p>
                    <a:p>
                      <a:endParaRPr lang="en-AU" sz="100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48439826"/>
                  </a:ext>
                </a:extLst>
              </a:tr>
              <a:tr h="989691">
                <a:tc>
                  <a:txBody>
                    <a:bodyPr/>
                    <a:lstStyle/>
                    <a:p>
                      <a:r>
                        <a:rPr lang="en-AU" sz="900">
                          <a:latin typeface="Calibri" panose="020F0502020204030204" pitchFamily="34" charset="0"/>
                          <a:ea typeface="Calibri" panose="020F0502020204030204" pitchFamily="34" charset="0"/>
                          <a:cs typeface="Calibri" panose="020F0502020204030204" pitchFamily="34" charset="0"/>
                        </a:rPr>
                        <a:t>Architecture Overview</a:t>
                      </a:r>
                    </a:p>
                  </a:txBody>
                  <a:tcPr/>
                </a:tc>
                <a:tc>
                  <a:txBody>
                    <a:bodyPr/>
                    <a:lstStyle/>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Azure Integration Service Productionised in MW in early 2025 and is positioned as the strategic integration platform for the organisation.</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All new integration initiatives are expected to be designed and implemented using AIS, ensuring alignment with modern, cloud-native architecture principles. Only in exceptional cases, where requirements cannot be met by AIS, integrations may be implemented using BizTalk, avoiding point-to-point solutions.</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Currently AIS has  ~18 integrations that includes some of TechOne integrations, POL, Pega integrations</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In this option recommend to do phased roll out instead of doing big bang. Better approach is to prioritise the integration and move them iterative approach.</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b="1" i="1">
                          <a:latin typeface="Calibri" panose="020F0502020204030204" pitchFamily="34" charset="0"/>
                          <a:ea typeface="Calibri" panose="020F0502020204030204" pitchFamily="34" charset="0"/>
                          <a:cs typeface="Calibri" panose="020F0502020204030204" pitchFamily="34" charset="0"/>
                        </a:rPr>
                        <a:t>Note: MW Azure environments require cloud security perimeter. At present, AIS relies on on-premises infrastructure to handle ingress and egress traffic routing between Azure and external systems.</a:t>
                      </a:r>
                    </a:p>
                  </a:txBody>
                  <a:tcPr/>
                </a:tc>
                <a:extLst>
                  <a:ext uri="{0D108BD9-81ED-4DB2-BD59-A6C34878D82A}">
                    <a16:rowId xmlns:a16="http://schemas.microsoft.com/office/drawing/2014/main" val="1917648972"/>
                  </a:ext>
                </a:extLst>
              </a:tr>
              <a:tr h="473331">
                <a:tc>
                  <a:txBody>
                    <a:bodyPr/>
                    <a:lstStyle/>
                    <a:p>
                      <a:r>
                        <a:rPr lang="en-AU" sz="900">
                          <a:latin typeface="Calibri" panose="020F0502020204030204" pitchFamily="34" charset="0"/>
                          <a:ea typeface="Calibri" panose="020F0502020204030204" pitchFamily="34" charset="0"/>
                          <a:cs typeface="Calibri" panose="020F0502020204030204" pitchFamily="34" charset="0"/>
                        </a:rPr>
                        <a:t>Approach type</a:t>
                      </a:r>
                    </a:p>
                  </a:txBody>
                  <a:tcPr/>
                </a:tc>
                <a:tc>
                  <a:txBody>
                    <a:bodyPr/>
                    <a:lstStyle/>
                    <a:p>
                      <a:r>
                        <a:rPr lang="en-AU" sz="900">
                          <a:latin typeface="Calibri" panose="020F0502020204030204" pitchFamily="34" charset="0"/>
                          <a:ea typeface="Calibri" panose="020F0502020204030204" pitchFamily="34" charset="0"/>
                          <a:cs typeface="Calibri" panose="020F0502020204030204" pitchFamily="34" charset="0"/>
                        </a:rPr>
                        <a:t>Strategic – Modernise and re-architecture the integrations</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Biztalk predominantly use SOAP WS hence when migrating to AIS the requirement to be assessed and made available as Rest API and handle the integration in real time instead of schedule based.</a:t>
                      </a:r>
                    </a:p>
                  </a:txBody>
                  <a:tcPr/>
                </a:tc>
                <a:extLst>
                  <a:ext uri="{0D108BD9-81ED-4DB2-BD59-A6C34878D82A}">
                    <a16:rowId xmlns:a16="http://schemas.microsoft.com/office/drawing/2014/main" val="423196539"/>
                  </a:ext>
                </a:extLst>
              </a:tr>
              <a:tr h="731511">
                <a:tc>
                  <a:txBody>
                    <a:bodyPr/>
                    <a:lstStyle/>
                    <a:p>
                      <a:r>
                        <a:rPr lang="en-AU" sz="900">
                          <a:latin typeface="Calibri" panose="020F0502020204030204" pitchFamily="34" charset="0"/>
                          <a:ea typeface="Calibri" panose="020F0502020204030204" pitchFamily="34" charset="0"/>
                          <a:cs typeface="Calibri" panose="020F0502020204030204" pitchFamily="34" charset="0"/>
                        </a:rPr>
                        <a:t>Pros</a:t>
                      </a:r>
                    </a:p>
                  </a:txBody>
                  <a:tcPr/>
                </a:tc>
                <a:tc>
                  <a:txBody>
                    <a:bodyPr/>
                    <a:lstStyle/>
                    <a:p>
                      <a:pPr marL="171450" indent="-171450">
                        <a:buFont typeface="Arial" panose="020B0604020202020204" pitchFamily="34" charset="0"/>
                        <a:buChar char="•"/>
                      </a:pPr>
                      <a:r>
                        <a:rPr lang="en-AU" sz="900" kern="1200">
                          <a:solidFill>
                            <a:schemeClr val="dk1"/>
                          </a:solidFill>
                          <a:latin typeface="Calibri" panose="020F0502020204030204" pitchFamily="34" charset="0"/>
                          <a:ea typeface="Calibri" panose="020F0502020204030204" pitchFamily="34" charset="0"/>
                          <a:cs typeface="Calibri" panose="020F0502020204030204" pitchFamily="34" charset="0"/>
                        </a:rPr>
                        <a:t>Align with strategic position that support cloud-first principle and API led designs.</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kern="1200">
                          <a:solidFill>
                            <a:schemeClr val="dk1"/>
                          </a:solidFill>
                          <a:latin typeface="Calibri" panose="020F0502020204030204" pitchFamily="34" charset="0"/>
                          <a:ea typeface="Calibri" panose="020F0502020204030204" pitchFamily="34" charset="0"/>
                          <a:cs typeface="Calibri" panose="020F0502020204030204" pitchFamily="34" charset="0"/>
                        </a:rPr>
                        <a:t>Native support for REST APIs, event-driven patterns, serverless, messaging.</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Enables loosely coupled architecture. </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Remove technical debt and provide opportunity to eliminate legacy integrations. </a:t>
                      </a:r>
                    </a:p>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kern="1200">
                          <a:solidFill>
                            <a:schemeClr val="dk1"/>
                          </a:solidFill>
                          <a:latin typeface="Calibri" panose="020F0502020204030204" pitchFamily="34" charset="0"/>
                          <a:ea typeface="Calibri" panose="020F0502020204030204" pitchFamily="34" charset="0"/>
                          <a:cs typeface="Calibri" panose="020F0502020204030204" pitchFamily="34" charset="0"/>
                        </a:rPr>
                        <a:t>Enable reusable components for integrations to use.</a:t>
                      </a:r>
                    </a:p>
                  </a:txBody>
                  <a:tcPr/>
                </a:tc>
                <a:extLst>
                  <a:ext uri="{0D108BD9-81ED-4DB2-BD59-A6C34878D82A}">
                    <a16:rowId xmlns:a16="http://schemas.microsoft.com/office/drawing/2014/main" val="3437741582"/>
                  </a:ext>
                </a:extLst>
              </a:tr>
              <a:tr h="860601">
                <a:tc>
                  <a:txBody>
                    <a:bodyPr/>
                    <a:lstStyle/>
                    <a:p>
                      <a:r>
                        <a:rPr lang="en-AU" sz="900">
                          <a:latin typeface="Calibri" panose="020F0502020204030204" pitchFamily="34" charset="0"/>
                          <a:ea typeface="Calibri" panose="020F0502020204030204" pitchFamily="34" charset="0"/>
                          <a:cs typeface="Calibri" panose="020F0502020204030204" pitchFamily="34" charset="0"/>
                        </a:rPr>
                        <a:t>Cons</a:t>
                      </a:r>
                    </a:p>
                  </a:txBody>
                  <a:tcPr/>
                </a:tc>
                <a:tc>
                  <a:txBody>
                    <a:bodyPr/>
                    <a:lstStyle/>
                    <a:p>
                      <a:pPr marL="171450" marR="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Legacy patterns (SOAP, file, DB-heavy) require re-architecture/redesign. Migrating all BizTalk workload in as-is state to AIS do not improve the integrations instead the problem is shifted from BizTalk to AIS.</a:t>
                      </a:r>
                    </a:p>
                    <a:p>
                      <a:pPr marL="171450" indent="-171450">
                        <a:buFont typeface="Arial" panose="020B0604020202020204" pitchFamily="34" charset="0"/>
                        <a:buChar char="•"/>
                      </a:pPr>
                      <a:r>
                        <a:rPr lang="en-AU" sz="900">
                          <a:latin typeface="Calibri" panose="020F0502020204030204" pitchFamily="34" charset="0"/>
                          <a:ea typeface="Calibri" panose="020F0502020204030204" pitchFamily="34" charset="0"/>
                          <a:cs typeface="Calibri" panose="020F0502020204030204" pitchFamily="34" charset="0"/>
                        </a:rPr>
                        <a:t>Migrating the workloads of cloud-to-cloud and On-prem to cloud hairpins through on-prem firewall add latency and capacity. These workloads works better traffic go out directly from Azure. Hence it is recommended to have </a:t>
                      </a:r>
                      <a:r>
                        <a:rPr lang="en-AU" sz="900" b="1" i="1">
                          <a:latin typeface="Calibri" panose="020F0502020204030204" pitchFamily="34" charset="0"/>
                          <a:ea typeface="Calibri" panose="020F0502020204030204" pitchFamily="34" charset="0"/>
                          <a:cs typeface="Calibri" panose="020F0502020204030204" pitchFamily="34" charset="0"/>
                        </a:rPr>
                        <a:t>the cloud perimeter and allow the traffic to egress/ingress from Azure directly</a:t>
                      </a:r>
                      <a:r>
                        <a:rPr lang="en-AU" sz="900">
                          <a:latin typeface="Calibri" panose="020F0502020204030204" pitchFamily="34" charset="0"/>
                          <a:ea typeface="Calibri" panose="020F0502020204030204" pitchFamily="34" charset="0"/>
                          <a:cs typeface="Calibri" panose="020F0502020204030204" pitchFamily="34" charset="0"/>
                        </a:rPr>
                        <a:t>.</a:t>
                      </a:r>
                    </a:p>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900">
                          <a:latin typeface="Calibri" panose="020F0502020204030204" pitchFamily="34" charset="0"/>
                          <a:ea typeface="Calibri" panose="020F0502020204030204" pitchFamily="34" charset="0"/>
                          <a:cs typeface="Calibri" panose="020F0502020204030204" pitchFamily="34" charset="0"/>
                        </a:rPr>
                        <a:t>On on-premise-to-on-premise workload: Unlike cloud to cloud, hybrid case there is pattern and it's been tested and implemented. On </a:t>
                      </a:r>
                      <a:r>
                        <a:rPr lang="en-AU" sz="900" b="1" i="1">
                          <a:latin typeface="Calibri" panose="020F0502020204030204" pitchFamily="34" charset="0"/>
                          <a:ea typeface="Calibri" panose="020F0502020204030204" pitchFamily="34" charset="0"/>
                          <a:cs typeface="Calibri" panose="020F0502020204030204" pitchFamily="34" charset="0"/>
                        </a:rPr>
                        <a:t>on-prem to on-prem require further analysis on using Azure integration services such as running logic apps through self hosted runtime </a:t>
                      </a:r>
                      <a:r>
                        <a:rPr lang="en-AU" sz="900">
                          <a:latin typeface="Calibri" panose="020F0502020204030204" pitchFamily="34" charset="0"/>
                          <a:ea typeface="Calibri" panose="020F0502020204030204" pitchFamily="34" charset="0"/>
                          <a:cs typeface="Calibri" panose="020F0502020204030204" pitchFamily="34" charset="0"/>
                        </a:rPr>
                        <a:t>and establish an integration pattern.</a:t>
                      </a:r>
                    </a:p>
                  </a:txBody>
                  <a:tcPr/>
                </a:tc>
                <a:extLst>
                  <a:ext uri="{0D108BD9-81ED-4DB2-BD59-A6C34878D82A}">
                    <a16:rowId xmlns:a16="http://schemas.microsoft.com/office/drawing/2014/main" val="447530815"/>
                  </a:ext>
                </a:extLst>
              </a:tr>
              <a:tr h="602421">
                <a:tc>
                  <a:txBody>
                    <a:bodyPr/>
                    <a:lstStyle/>
                    <a:p>
                      <a:r>
                        <a:rPr lang="en-AU" sz="900">
                          <a:latin typeface="Calibri" panose="020F0502020204030204" pitchFamily="34" charset="0"/>
                          <a:ea typeface="Calibri" panose="020F0502020204030204" pitchFamily="34" charset="0"/>
                          <a:cs typeface="Calibri" panose="020F0502020204030204" pitchFamily="34" charset="0"/>
                        </a:rPr>
                        <a:t>Risks</a:t>
                      </a:r>
                    </a:p>
                  </a:txBody>
                  <a:tcPr/>
                </a:tc>
                <a:tc>
                  <a:txBody>
                    <a:bodyPr/>
                    <a:lstStyle/>
                    <a:p>
                      <a:pPr marL="171450" indent="-171450">
                        <a:buFont typeface="Arial" panose="020B0604020202020204" pitchFamily="34" charset="0"/>
                        <a:buChar char="•"/>
                      </a:pPr>
                      <a:r>
                        <a:rPr lang="en-AU" sz="900" dirty="0">
                          <a:latin typeface="Calibri" panose="020F0502020204030204" pitchFamily="34" charset="0"/>
                          <a:ea typeface="Calibri" panose="020F0502020204030204" pitchFamily="34" charset="0"/>
                          <a:cs typeface="Calibri" panose="020F0502020204030204" pitchFamily="34" charset="0"/>
                        </a:rPr>
                        <a:t>Multiple parallel initiatives that uses BizTalk currently like TechOne Uplift, Vendor panel replacement of Zycus system. Maximo and ESRI is planned in AK &amp; T for upgrade. Currently AIS has minimal workload and currently it is supported by 2 people with 20 % capacity. Appropriate Support team to be established to support the integrations and do health checks of integrations.</a:t>
                      </a:r>
                    </a:p>
                    <a:p>
                      <a:pPr marL="171450" indent="-171450">
                        <a:buFont typeface="Arial" panose="020B0604020202020204" pitchFamily="34" charset="0"/>
                        <a:buChar char="•"/>
                      </a:pPr>
                      <a:r>
                        <a:rPr lang="en-AU" sz="900" dirty="0">
                          <a:latin typeface="Calibri" panose="020F0502020204030204" pitchFamily="34" charset="0"/>
                          <a:ea typeface="Calibri" panose="020F0502020204030204" pitchFamily="34" charset="0"/>
                          <a:cs typeface="Calibri" panose="020F0502020204030204" pitchFamily="34" charset="0"/>
                        </a:rPr>
                        <a:t>To make AIS effectively work in seamless fashion it requires Cloud security perimeter in place.</a:t>
                      </a:r>
                    </a:p>
                  </a:txBody>
                  <a:tcPr/>
                </a:tc>
                <a:extLst>
                  <a:ext uri="{0D108BD9-81ED-4DB2-BD59-A6C34878D82A}">
                    <a16:rowId xmlns:a16="http://schemas.microsoft.com/office/drawing/2014/main" val="4070615634"/>
                  </a:ext>
                </a:extLst>
              </a:tr>
            </a:tbl>
          </a:graphicData>
        </a:graphic>
      </p:graphicFrame>
    </p:spTree>
    <p:extLst>
      <p:ext uri="{BB962C8B-B14F-4D97-AF65-F5344CB8AC3E}">
        <p14:creationId xmlns:p14="http://schemas.microsoft.com/office/powerpoint/2010/main" val="504597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A33D-0EE1-97E8-2427-37FE07E1BE74}"/>
              </a:ext>
            </a:extLst>
          </p:cNvPr>
          <p:cNvSpPr>
            <a:spLocks noGrp="1"/>
          </p:cNvSpPr>
          <p:nvPr>
            <p:ph type="title"/>
          </p:nvPr>
        </p:nvSpPr>
        <p:spPr/>
        <p:txBody>
          <a:bodyPr/>
          <a:lstStyle/>
          <a:p>
            <a:r>
              <a:rPr lang="en-US">
                <a:ea typeface="Verdana"/>
              </a:rPr>
              <a:t>Next Steps</a:t>
            </a:r>
            <a:endParaRPr lang="en-US"/>
          </a:p>
        </p:txBody>
      </p:sp>
      <p:sp>
        <p:nvSpPr>
          <p:cNvPr id="3" name="Content Placeholder 2">
            <a:extLst>
              <a:ext uri="{FF2B5EF4-FFF2-40B4-BE49-F238E27FC236}">
                <a16:creationId xmlns:a16="http://schemas.microsoft.com/office/drawing/2014/main" id="{ADEFD946-1B00-9693-A7D9-71052756ECC1}"/>
              </a:ext>
            </a:extLst>
          </p:cNvPr>
          <p:cNvSpPr>
            <a:spLocks noGrp="1"/>
          </p:cNvSpPr>
          <p:nvPr>
            <p:ph sz="quarter" idx="13"/>
          </p:nvPr>
        </p:nvSpPr>
        <p:spPr/>
        <p:txBody>
          <a:bodyPr vert="horz" lIns="36000" tIns="36000" rIns="36000" bIns="36000" rtlCol="0" anchor="t">
            <a:noAutofit/>
          </a:bodyPr>
          <a:lstStyle/>
          <a:p>
            <a:pPr marL="285750" indent="-285750">
              <a:buFont typeface="Arial"/>
              <a:buChar char="•"/>
            </a:pPr>
            <a:r>
              <a:rPr lang="en-US" sz="1200">
                <a:latin typeface="Calibri"/>
                <a:ea typeface="Calibri"/>
                <a:cs typeface="Calibri"/>
              </a:rPr>
              <a:t>Requirements (Functional &amp; Non-functional) for both options</a:t>
            </a:r>
          </a:p>
          <a:p>
            <a:pPr marL="285750" indent="-285750">
              <a:buFont typeface="Arial"/>
              <a:buChar char="•"/>
            </a:pPr>
            <a:r>
              <a:rPr lang="en-US" sz="1200">
                <a:latin typeface="Calibri"/>
                <a:ea typeface="Calibri"/>
                <a:cs typeface="Calibri"/>
              </a:rPr>
              <a:t>Cost, approach, feasibility analysis</a:t>
            </a:r>
          </a:p>
          <a:p>
            <a:pPr marL="285750" indent="-285750">
              <a:buFont typeface="Arial"/>
              <a:buChar char="•"/>
            </a:pPr>
            <a:r>
              <a:rPr lang="en-US" sz="1200">
                <a:latin typeface="Calibri"/>
                <a:ea typeface="Calibri"/>
                <a:cs typeface="Calibri"/>
              </a:rPr>
              <a:t>Timeline </a:t>
            </a:r>
          </a:p>
        </p:txBody>
      </p:sp>
      <p:sp>
        <p:nvSpPr>
          <p:cNvPr id="4" name="Footer Placeholder 3">
            <a:extLst>
              <a:ext uri="{FF2B5EF4-FFF2-40B4-BE49-F238E27FC236}">
                <a16:creationId xmlns:a16="http://schemas.microsoft.com/office/drawing/2014/main" id="{784376F5-4DDE-90D6-0CC7-FAF6159C8E7E}"/>
              </a:ext>
            </a:extLst>
          </p:cNvPr>
          <p:cNvSpPr>
            <a:spLocks noGrp="1"/>
          </p:cNvSpPr>
          <p:nvPr>
            <p:ph type="ftr" sz="quarter" idx="11"/>
          </p:nvPr>
        </p:nvSpPr>
        <p:spPr/>
        <p:txBody>
          <a:bodyPr/>
          <a:lstStyle/>
          <a:p>
            <a:pPr algn="l"/>
            <a:r>
              <a:rPr lang="en-AU"/>
              <a:t>Melbourne Water Information Technology and Management</a:t>
            </a:r>
          </a:p>
        </p:txBody>
      </p:sp>
      <p:sp>
        <p:nvSpPr>
          <p:cNvPr id="5" name="Slide Number Placeholder 4">
            <a:extLst>
              <a:ext uri="{FF2B5EF4-FFF2-40B4-BE49-F238E27FC236}">
                <a16:creationId xmlns:a16="http://schemas.microsoft.com/office/drawing/2014/main" id="{65704B20-5847-752C-B90B-EECCA6883ABF}"/>
              </a:ext>
            </a:extLst>
          </p:cNvPr>
          <p:cNvSpPr>
            <a:spLocks noGrp="1"/>
          </p:cNvSpPr>
          <p:nvPr>
            <p:ph type="sldNum" sz="quarter" idx="12"/>
          </p:nvPr>
        </p:nvSpPr>
        <p:spPr/>
        <p:txBody>
          <a:bodyPr/>
          <a:lstStyle/>
          <a:p>
            <a:fld id="{BB1C4F31-AAC3-416A-A54A-167287B4272A}" type="slidenum">
              <a:rPr lang="en-AU" smtClean="0"/>
              <a:pPr/>
              <a:t>12</a:t>
            </a:fld>
            <a:endParaRPr lang="en-AU"/>
          </a:p>
        </p:txBody>
      </p:sp>
    </p:spTree>
    <p:extLst>
      <p:ext uri="{BB962C8B-B14F-4D97-AF65-F5344CB8AC3E}">
        <p14:creationId xmlns:p14="http://schemas.microsoft.com/office/powerpoint/2010/main" val="2553669792"/>
      </p:ext>
    </p:extLst>
  </p:cSld>
  <p:clrMapOvr>
    <a:masterClrMapping/>
  </p:clrMapOvr>
</p:sld>
</file>

<file path=ppt/theme/theme1.xml><?xml version="1.0" encoding="utf-8"?>
<a:theme xmlns:a="http://schemas.openxmlformats.org/drawingml/2006/main" name="MW PowerPoint 4x3 Template">
  <a:themeElements>
    <a:clrScheme name="Melbourne Water">
      <a:dk1>
        <a:srgbClr val="231F20"/>
      </a:dk1>
      <a:lt1>
        <a:srgbClr val="FFFFFF"/>
      </a:lt1>
      <a:dk2>
        <a:srgbClr val="00428B"/>
      </a:dk2>
      <a:lt2>
        <a:srgbClr val="EFF5FB"/>
      </a:lt2>
      <a:accent1>
        <a:srgbClr val="00428B"/>
      </a:accent1>
      <a:accent2>
        <a:srgbClr val="0092D7"/>
      </a:accent2>
      <a:accent3>
        <a:srgbClr val="46C2D7"/>
      </a:accent3>
      <a:accent4>
        <a:srgbClr val="75BB19"/>
      </a:accent4>
      <a:accent5>
        <a:srgbClr val="C2D300"/>
      </a:accent5>
      <a:accent6>
        <a:srgbClr val="F0AB00"/>
      </a:accent6>
      <a:hlink>
        <a:srgbClr val="00428B"/>
      </a:hlink>
      <a:folHlink>
        <a:srgbClr val="0092D7"/>
      </a:folHlink>
    </a:clrScheme>
    <a:fontScheme name="Melbourne Water">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Melbourne Water Sky Blue">
      <a:srgbClr val="0092D7"/>
    </a:custClr>
    <a:custClr name="Melbourne Water Aqua ">
      <a:srgbClr val="46C2D7"/>
    </a:custClr>
    <a:custClr name="Melbourne Water Deep Blue">
      <a:srgbClr val="00428B"/>
    </a:custClr>
    <a:custClr name="Melbourne Water Orange ">
      <a:srgbClr val="E37222"/>
    </a:custClr>
    <a:custClr name="Melbourne Water Sun ">
      <a:srgbClr val="F0AB00"/>
    </a:custClr>
    <a:custClr name="Melbourne Water Dark Orange ">
      <a:srgbClr val="C8500A"/>
    </a:custClr>
    <a:custClr name="Melbourne Water Grass Green">
      <a:srgbClr val="75BB19"/>
    </a:custClr>
    <a:custClr name="Melbourne Water Lime ">
      <a:srgbClr val="C2D300"/>
    </a:custClr>
    <a:custClr name="Melbourne Water Tree Green ">
      <a:srgbClr val="086352"/>
    </a:custClr>
    <a:custClr name="Melbourne Water Stone">
      <a:srgbClr val="E0DCD0"/>
    </a:custClr>
    <a:custClr name="Melbourne Water Sky Blue 100%">
      <a:srgbClr val="0092D7"/>
    </a:custClr>
    <a:custClr name="Melbourne Water Sky Blue 60%">
      <a:srgbClr val="66C7EB"/>
    </a:custClr>
    <a:custClr name="Melbourne Water Sky Blue 30%">
      <a:srgbClr val="B2E3F5"/>
    </a:custClr>
    <a:custClr name="Melbourne Water Orange 100%">
      <a:srgbClr val="E37222"/>
    </a:custClr>
    <a:custClr name="Melbourne Water Orange 60%">
      <a:srgbClr val="F7B080"/>
    </a:custClr>
    <a:custClr name="Melbourne Water Orange 30%">
      <a:srgbClr val="FCD6BF"/>
    </a:custClr>
    <a:custClr name="Melbourne Water Grass Green 100%">
      <a:srgbClr val="75BB19"/>
    </a:custClr>
    <a:custClr name="Melbourne Water Grass Green 60%">
      <a:srgbClr val="ABD991"/>
    </a:custClr>
    <a:custClr name="Melbourne Water Grass Green 30%">
      <a:srgbClr val="D4EDC7"/>
    </a:custClr>
    <a:custClr name="White">
      <a:srgbClr val="FFFFFF"/>
    </a:custClr>
    <a:custClr name="Melbourne Water Deep Blue">
      <a:srgbClr val="00428B"/>
    </a:custClr>
    <a:custClr name="Melbourne Water Deep Blue 60%">
      <a:srgbClr val="668EB9"/>
    </a:custClr>
    <a:custClr name="Melbourne Water Deep Blue 30%">
      <a:srgbClr val="B3C6D6"/>
    </a:custClr>
  </a:custClrLst>
  <a:extLst>
    <a:ext uri="{05A4C25C-085E-4340-85A3-A5531E510DB2}">
      <thm15:themeFamily xmlns:thm15="http://schemas.microsoft.com/office/thememl/2012/main" name="MW PowerPoint Template 16x9.potx" id="{F66D0E47-2597-4E47-BD35-E06C916137A1}" vid="{6AAD0786-93D3-4879-8462-C18C752A14E3}"/>
    </a:ext>
  </a:extLst>
</a:theme>
</file>

<file path=ppt/theme/theme2.xml><?xml version="1.0" encoding="utf-8"?>
<a:theme xmlns:a="http://schemas.openxmlformats.org/drawingml/2006/main" name="MW PowerPoint 4x3 Template">
  <a:themeElements>
    <a:clrScheme name="Melbourne Water">
      <a:dk1>
        <a:srgbClr val="231F20"/>
      </a:dk1>
      <a:lt1>
        <a:srgbClr val="FFFFFF"/>
      </a:lt1>
      <a:dk2>
        <a:srgbClr val="00428B"/>
      </a:dk2>
      <a:lt2>
        <a:srgbClr val="EFF5FB"/>
      </a:lt2>
      <a:accent1>
        <a:srgbClr val="00428B"/>
      </a:accent1>
      <a:accent2>
        <a:srgbClr val="0092D7"/>
      </a:accent2>
      <a:accent3>
        <a:srgbClr val="46C2D7"/>
      </a:accent3>
      <a:accent4>
        <a:srgbClr val="75BB19"/>
      </a:accent4>
      <a:accent5>
        <a:srgbClr val="C2D300"/>
      </a:accent5>
      <a:accent6>
        <a:srgbClr val="F0AB00"/>
      </a:accent6>
      <a:hlink>
        <a:srgbClr val="00428B"/>
      </a:hlink>
      <a:folHlink>
        <a:srgbClr val="0092D7"/>
      </a:folHlink>
    </a:clrScheme>
    <a:fontScheme name="Melbourne Water">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Melbourne Water Sky Blue">
      <a:srgbClr val="0092D7"/>
    </a:custClr>
    <a:custClr name="Melbourne Water Aqua ">
      <a:srgbClr val="46C2D7"/>
    </a:custClr>
    <a:custClr name="Melbourne Water Deep Blue">
      <a:srgbClr val="00428B"/>
    </a:custClr>
    <a:custClr name="Melbourne Water Orange ">
      <a:srgbClr val="E37222"/>
    </a:custClr>
    <a:custClr name="Melbourne Water Sun ">
      <a:srgbClr val="F0AB00"/>
    </a:custClr>
    <a:custClr name="Melbourne Water Dark Orange ">
      <a:srgbClr val="C8500A"/>
    </a:custClr>
    <a:custClr name="Melbourne Water Grass Green">
      <a:srgbClr val="75BB19"/>
    </a:custClr>
    <a:custClr name="Melbourne Water Lime ">
      <a:srgbClr val="C2D300"/>
    </a:custClr>
    <a:custClr name="Melbourne Water Tree Green ">
      <a:srgbClr val="086352"/>
    </a:custClr>
    <a:custClr name="Melbourne Water Stone">
      <a:srgbClr val="E0DCD0"/>
    </a:custClr>
    <a:custClr name="Melbourne Water Sky Blue 100%">
      <a:srgbClr val="0092D7"/>
    </a:custClr>
    <a:custClr name="Melbourne Water Sky Blue 60%">
      <a:srgbClr val="66C7EB"/>
    </a:custClr>
    <a:custClr name="Melbourne Water Sky Blue 30%">
      <a:srgbClr val="B2E3F5"/>
    </a:custClr>
    <a:custClr name="Melbourne Water Orange 100%">
      <a:srgbClr val="E37222"/>
    </a:custClr>
    <a:custClr name="Melbourne Water Orange 60%">
      <a:srgbClr val="F7B080"/>
    </a:custClr>
    <a:custClr name="Melbourne Water Orange 30%">
      <a:srgbClr val="FCD6BF"/>
    </a:custClr>
    <a:custClr name="Melbourne Water Grass Green 100%">
      <a:srgbClr val="75BB19"/>
    </a:custClr>
    <a:custClr name="Melbourne Water Grass Green 60%">
      <a:srgbClr val="ABD991"/>
    </a:custClr>
    <a:custClr name="Melbourne Water Grass Green 30%">
      <a:srgbClr val="D4EDC7"/>
    </a:custClr>
    <a:custClr name="White">
      <a:srgbClr val="FFFFFF"/>
    </a:custClr>
    <a:custClr name="Melbourne Water Deep Blue">
      <a:srgbClr val="00428B"/>
    </a:custClr>
    <a:custClr name="Melbourne Water Deep Blue 60%">
      <a:srgbClr val="668EB9"/>
    </a:custClr>
    <a:custClr name="Melbourne Water Deep Blue 30%">
      <a:srgbClr val="B3C6D6"/>
    </a:custClr>
  </a:custClrLst>
  <a:extLst>
    <a:ext uri="{05A4C25C-085E-4340-85A3-A5531E510DB2}">
      <thm15:themeFamily xmlns:thm15="http://schemas.microsoft.com/office/thememl/2012/main" name="Presentation4" id="{31B7FA3B-AAAE-4BAA-81EF-1B8DFDC49E4A}" vid="{CA4569A2-C06C-465B-A964-B0542CD47EC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lbourne Water">
    <a:dk1>
      <a:srgbClr val="231F20"/>
    </a:dk1>
    <a:lt1>
      <a:srgbClr val="FFFFFF"/>
    </a:lt1>
    <a:dk2>
      <a:srgbClr val="00428B"/>
    </a:dk2>
    <a:lt2>
      <a:srgbClr val="EFF5FB"/>
    </a:lt2>
    <a:accent1>
      <a:srgbClr val="00428B"/>
    </a:accent1>
    <a:accent2>
      <a:srgbClr val="0092D7"/>
    </a:accent2>
    <a:accent3>
      <a:srgbClr val="46C2D7"/>
    </a:accent3>
    <a:accent4>
      <a:srgbClr val="75BB19"/>
    </a:accent4>
    <a:accent5>
      <a:srgbClr val="C2D300"/>
    </a:accent5>
    <a:accent6>
      <a:srgbClr val="F0AB00"/>
    </a:accent6>
    <a:hlink>
      <a:srgbClr val="00428B"/>
    </a:hlink>
    <a:folHlink>
      <a:srgbClr val="0092D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BFE14F91D408C49A3A3E737E3C60979" ma:contentTypeVersion="3" ma:contentTypeDescription="Create a new document." ma:contentTypeScope="" ma:versionID="a5806e411e2b805db81990a78b1962cc">
  <xsd:schema xmlns:xsd="http://www.w3.org/2001/XMLSchema" xmlns:xs="http://www.w3.org/2001/XMLSchema" xmlns:p="http://schemas.microsoft.com/office/2006/metadata/properties" xmlns:ns2="acba54b6-2ff3-4229-aafb-273570140880" targetNamespace="http://schemas.microsoft.com/office/2006/metadata/properties" ma:root="true" ma:fieldsID="eae5cc936b2ec5717b47ab627df9b063" ns2:_="">
    <xsd:import namespace="acba54b6-2ff3-4229-aafb-27357014088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ba54b6-2ff3-4229-aafb-2735701408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50217B9-0B5C-4920-ACAD-AE7EB4A6A047}">
  <ds:schemaRefs>
    <ds:schemaRef ds:uri="acba54b6-2ff3-4229-aafb-2735701408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0896C2-3252-424D-A6C7-0D887B2368F9}">
  <ds:schemaRefs>
    <ds:schemaRef ds:uri="http://schemas.microsoft.com/sharepoint/v3/contenttype/forms"/>
  </ds:schemaRefs>
</ds:datastoreItem>
</file>

<file path=customXml/itemProps3.xml><?xml version="1.0" encoding="utf-8"?>
<ds:datastoreItem xmlns:ds="http://schemas.openxmlformats.org/officeDocument/2006/customXml" ds:itemID="{43A91032-710C-45AA-92A7-B0FFDFD48E5A}">
  <ds:schemaRefs>
    <ds:schemaRef ds:uri="http://purl.org/dc/terms/"/>
    <ds:schemaRef ds:uri="http://purl.org/dc/elements/1.1/"/>
    <ds:schemaRef ds:uri="http://schemas.openxmlformats.org/package/2006/metadata/core-properties"/>
    <ds:schemaRef ds:uri="http://schemas.microsoft.com/office/infopath/2007/PartnerControls"/>
    <ds:schemaRef ds:uri="http://schemas.microsoft.com/office/2006/documentManagement/types"/>
    <ds:schemaRef ds:uri="http://purl.org/dc/dcmitype/"/>
    <ds:schemaRef ds:uri="http://www.w3.org/XML/1998/namespace"/>
    <ds:schemaRef ds:uri="acba54b6-2ff3-4229-aafb-27357014088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MW PowerPoint Template 16x9</Template>
  <TotalTime>0</TotalTime>
  <Words>2852</Words>
  <Application>Microsoft Office PowerPoint</Application>
  <PresentationFormat>On-screen Show (16:9)</PresentationFormat>
  <Paragraphs>751</Paragraphs>
  <Slides>12</Slides>
  <Notes>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12</vt:i4>
      </vt:variant>
    </vt:vector>
  </HeadingPairs>
  <TitlesOfParts>
    <vt:vector size="21" baseType="lpstr">
      <vt:lpstr>Aptos</vt:lpstr>
      <vt:lpstr>Arial</vt:lpstr>
      <vt:lpstr>Calibri</vt:lpstr>
      <vt:lpstr>Courier New</vt:lpstr>
      <vt:lpstr>Verdana</vt:lpstr>
      <vt:lpstr>Wingdings</vt:lpstr>
      <vt:lpstr>MW PowerPoint 4x3 Template</vt:lpstr>
      <vt:lpstr>MW PowerPoint 4x3 Template</vt:lpstr>
      <vt:lpstr>Visio</vt:lpstr>
      <vt:lpstr>Discussion paper – Biztalk Upgrade</vt:lpstr>
      <vt:lpstr>Overview</vt:lpstr>
      <vt:lpstr>Project Timeline (To Date) </vt:lpstr>
      <vt:lpstr>Integration Catalogue- Biztalk</vt:lpstr>
      <vt:lpstr>Integration Catalogue- Biztalk</vt:lpstr>
      <vt:lpstr>Integration Catalogue- Biztalk</vt:lpstr>
      <vt:lpstr>Current Integration State – with Biztalk</vt:lpstr>
      <vt:lpstr>Current Architecture of Azure Integration Services</vt:lpstr>
      <vt:lpstr>Existing workload of AIS</vt:lpstr>
      <vt:lpstr>Brainstorming of options: Biztalk Upgrade to 2020</vt:lpstr>
      <vt:lpstr>Brainstorming of options: Migrate to Azure Integration Service</vt:lpstr>
      <vt:lpstr>Next Steps</vt:lpstr>
    </vt:vector>
  </TitlesOfParts>
  <Company>Melbourne Water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dc:title>
  <dc:creator>Matt Perry</dc:creator>
  <cp:lastModifiedBy>Harini Sarath Chandran</cp:lastModifiedBy>
  <cp:revision>26</cp:revision>
  <dcterms:created xsi:type="dcterms:W3CDTF">2021-10-13T01:19:22Z</dcterms:created>
  <dcterms:modified xsi:type="dcterms:W3CDTF">2026-05-05T00:38:31Z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0x010100FBFE14F91D408C49A3A3E737E3C60979</vt:lpwstr>
  </property>
  <property fmtid="{D5CDD505-2E9C-101B-9397-08002B2CF9AE}" pid="3" name="MediaServiceImageTags">
    <vt:lpwstr/>
  </property>
  <property fmtid="{D5CDD505-2E9C-101B-9397-08002B2CF9AE}" pid="4" name="MSIP_Label_629dec2f-16d8-4988-bad0-6019e4f89c25_SetDate">
    <vt:lpwstr>2026-04-27T23:13:59Z</vt:lpwstr>
  </property>
  <property fmtid="{D5CDD505-2E9C-101B-9397-08002B2CF9AE}" pid="5" name="MSIP_Label_629dec2f-16d8-4988-bad0-6019e4f89c25_Method">
    <vt:lpwstr>Privileged</vt:lpwstr>
  </property>
  <property fmtid="{D5CDD505-2E9C-101B-9397-08002B2CF9AE}" pid="6" name="ClassificationContentMarkingHeaderLocations">
    <vt:lpwstr>MW PowerPoint 4x3 Template:5\MW PowerPoint 4x3 Template:5</vt:lpwstr>
  </property>
  <property fmtid="{D5CDD505-2E9C-101B-9397-08002B2CF9AE}" pid="7" name="ClassificationContentMarkingHeaderText">
    <vt:lpwstr>OFFICIAL Sensitive</vt:lpwstr>
  </property>
  <property fmtid="{D5CDD505-2E9C-101B-9397-08002B2CF9AE}" pid="8" name="MSIP_Label_629dec2f-16d8-4988-bad0-6019e4f89c25_Tag">
    <vt:lpwstr>10, 0, 1, 2</vt:lpwstr>
  </property>
  <property fmtid="{D5CDD505-2E9C-101B-9397-08002B2CF9AE}" pid="9" name="MSIP_Label_629dec2f-16d8-4988-bad0-6019e4f89c25_ContentBits">
    <vt:lpwstr>1</vt:lpwstr>
  </property>
  <property fmtid="{D5CDD505-2E9C-101B-9397-08002B2CF9AE}" pid="10" name="MSIP_Label_629dec2f-16d8-4988-bad0-6019e4f89c25_ActionId">
    <vt:lpwstr>2d6a7689-736e-46ba-bfdf-480f594a64f7</vt:lpwstr>
  </property>
  <property fmtid="{D5CDD505-2E9C-101B-9397-08002B2CF9AE}" pid="11" name="MSIP_Label_629dec2f-16d8-4988-bad0-6019e4f89c25_Enabled">
    <vt:lpwstr>true</vt:lpwstr>
  </property>
  <property fmtid="{D5CDD505-2E9C-101B-9397-08002B2CF9AE}" pid="12" name="MSIP_Label_629dec2f-16d8-4988-bad0-6019e4f89c25_Name">
    <vt:lpwstr>OFFICIAL Sensitive</vt:lpwstr>
  </property>
  <property fmtid="{D5CDD505-2E9C-101B-9397-08002B2CF9AE}" pid="13" name="MSIP_Label_629dec2f-16d8-4988-bad0-6019e4f89c25_SiteId">
    <vt:lpwstr>fe26127b-78ee-42c7-803e-4d67c0488cf9</vt:lpwstr>
  </property>
</Properties>
</file>